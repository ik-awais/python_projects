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 id="2147483730" r:id="rId2"/>
  </p:sldMasterIdLst>
  <p:notesMasterIdLst>
    <p:notesMasterId r:id="rId23"/>
  </p:notesMasterIdLst>
  <p:handoutMasterIdLst>
    <p:handoutMasterId r:id="rId24"/>
  </p:handoutMasterIdLst>
  <p:sldIdLst>
    <p:sldId id="257" r:id="rId3"/>
    <p:sldId id="259" r:id="rId4"/>
    <p:sldId id="260" r:id="rId5"/>
    <p:sldId id="261" r:id="rId6"/>
    <p:sldId id="285" r:id="rId7"/>
    <p:sldId id="293" r:id="rId8"/>
    <p:sldId id="262" r:id="rId9"/>
    <p:sldId id="280" r:id="rId10"/>
    <p:sldId id="282" r:id="rId11"/>
    <p:sldId id="288" r:id="rId12"/>
    <p:sldId id="283" r:id="rId13"/>
    <p:sldId id="292" r:id="rId14"/>
    <p:sldId id="286" r:id="rId15"/>
    <p:sldId id="263" r:id="rId16"/>
    <p:sldId id="267" r:id="rId17"/>
    <p:sldId id="270" r:id="rId18"/>
    <p:sldId id="269" r:id="rId19"/>
    <p:sldId id="289" r:id="rId20"/>
    <p:sldId id="290" r:id="rId21"/>
    <p:sldId id="272" r:id="rId2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3344" autoAdjust="0"/>
    <p:restoredTop sz="98319" autoAdjust="0"/>
  </p:normalViewPr>
  <p:slideViewPr>
    <p:cSldViewPr>
      <p:cViewPr varScale="1">
        <p:scale>
          <a:sx n="106" d="100"/>
          <a:sy n="106" d="100"/>
        </p:scale>
        <p:origin x="1362"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2"/>
          <p:cNvSpPr>
            <a:spLocks noGrp="1"/>
          </p:cNvSpPr>
          <p:nvPr>
            <p:ph type="hdr" sz="quarter"/>
          </p:nvPr>
        </p:nvSpPr>
        <p:spPr>
          <a:xfrm>
            <a:off x="0" y="0"/>
            <a:ext cx="2971800" cy="457200"/>
          </a:xfrm>
          <a:prstGeom prst="rect">
            <a:avLst/>
          </a:prstGeom>
        </p:spPr>
        <p:txBody>
          <a:bodyPr vert="horz" rtlCol="0"/>
          <a:lstStyle>
            <a:lvl1pPr algn="l" fontAlgn="auto">
              <a:spcBef>
                <a:spcPts val="0"/>
              </a:spcBef>
              <a:spcAft>
                <a:spcPts val="0"/>
              </a:spcAft>
              <a:defRPr sz="1200">
                <a:latin typeface="+mn-lt"/>
                <a:cs typeface="+mn-cs"/>
              </a:defRPr>
            </a:lvl1pPr>
            <a:extLst/>
          </a:lstStyle>
          <a:p>
            <a:pPr>
              <a:defRPr/>
            </a:pPr>
            <a:endParaRPr lang="en-US"/>
          </a:p>
        </p:txBody>
      </p:sp>
      <p:sp>
        <p:nvSpPr>
          <p:cNvPr id="3" name="Rectangle 3"/>
          <p:cNvSpPr>
            <a:spLocks noGrp="1"/>
          </p:cNvSpPr>
          <p:nvPr>
            <p:ph type="dt" sz="quarter" idx="1"/>
          </p:nvPr>
        </p:nvSpPr>
        <p:spPr>
          <a:xfrm>
            <a:off x="3884613" y="0"/>
            <a:ext cx="2971800" cy="457200"/>
          </a:xfrm>
          <a:prstGeom prst="rect">
            <a:avLst/>
          </a:prstGeom>
        </p:spPr>
        <p:txBody>
          <a:bodyPr vert="horz" rtlCol="0"/>
          <a:lstStyle>
            <a:lvl1pPr algn="r" fontAlgn="auto">
              <a:spcBef>
                <a:spcPts val="0"/>
              </a:spcBef>
              <a:spcAft>
                <a:spcPts val="0"/>
              </a:spcAft>
              <a:defRPr sz="1200">
                <a:latin typeface="+mn-lt"/>
                <a:cs typeface="+mn-cs"/>
              </a:defRPr>
            </a:lvl1pPr>
            <a:extLst/>
          </a:lstStyle>
          <a:p>
            <a:pPr>
              <a:defRPr/>
            </a:pPr>
            <a:fld id="{08C31F3B-1909-4E9F-B6B0-8CEF06E54F71}" type="datetimeFigureOut">
              <a:rPr lang="en-US"/>
              <a:pPr>
                <a:defRPr/>
              </a:pPr>
              <a:t>03-Feb-26</a:t>
            </a:fld>
            <a:endParaRPr lang="en-US"/>
          </a:p>
        </p:txBody>
      </p:sp>
      <p:sp>
        <p:nvSpPr>
          <p:cNvPr id="4" name="Rectangle 4"/>
          <p:cNvSpPr>
            <a:spLocks noGrp="1"/>
          </p:cNvSpPr>
          <p:nvPr>
            <p:ph type="ftr" sz="quarter" idx="2"/>
          </p:nvPr>
        </p:nvSpPr>
        <p:spPr>
          <a:xfrm>
            <a:off x="0" y="8685213"/>
            <a:ext cx="2971800" cy="457200"/>
          </a:xfrm>
          <a:prstGeom prst="rect">
            <a:avLst/>
          </a:prstGeom>
        </p:spPr>
        <p:txBody>
          <a:bodyPr vert="horz" rtlCol="0" anchor="b"/>
          <a:lstStyle>
            <a:lvl1pPr algn="l" fontAlgn="auto">
              <a:spcBef>
                <a:spcPts val="0"/>
              </a:spcBef>
              <a:spcAft>
                <a:spcPts val="0"/>
              </a:spcAft>
              <a:defRPr sz="1200">
                <a:latin typeface="+mn-lt"/>
                <a:cs typeface="+mn-cs"/>
              </a:defRPr>
            </a:lvl1pPr>
            <a:extLst/>
          </a:lstStyle>
          <a:p>
            <a:pPr>
              <a:defRPr/>
            </a:pPr>
            <a:endParaRPr lang="en-US"/>
          </a:p>
        </p:txBody>
      </p:sp>
      <p:sp>
        <p:nvSpPr>
          <p:cNvPr id="5" name="Rectangle 5"/>
          <p:cNvSpPr>
            <a:spLocks noGrp="1"/>
          </p:cNvSpPr>
          <p:nvPr>
            <p:ph type="sldNum" sz="quarter" idx="3"/>
          </p:nvPr>
        </p:nvSpPr>
        <p:spPr>
          <a:xfrm>
            <a:off x="3884613" y="8685213"/>
            <a:ext cx="2971800" cy="457200"/>
          </a:xfrm>
          <a:prstGeom prst="rect">
            <a:avLst/>
          </a:prstGeom>
        </p:spPr>
        <p:txBody>
          <a:bodyPr vert="horz" rtlCol="0" anchor="b"/>
          <a:lstStyle>
            <a:lvl1pPr algn="r" fontAlgn="auto">
              <a:spcBef>
                <a:spcPts val="0"/>
              </a:spcBef>
              <a:spcAft>
                <a:spcPts val="0"/>
              </a:spcAft>
              <a:defRPr sz="1200">
                <a:latin typeface="+mn-lt"/>
                <a:cs typeface="+mn-cs"/>
              </a:defRPr>
            </a:lvl1pPr>
            <a:extLst/>
          </a:lstStyle>
          <a:p>
            <a:pPr>
              <a:defRPr/>
            </a:pPr>
            <a:fld id="{61942E0C-E957-448B-9A74-F30E832DB24E}"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2"/>
          <p:cNvSpPr>
            <a:spLocks noGrp="1"/>
          </p:cNvSpPr>
          <p:nvPr>
            <p:ph type="hdr" sz="quarter"/>
          </p:nvPr>
        </p:nvSpPr>
        <p:spPr>
          <a:xfrm>
            <a:off x="0" y="0"/>
            <a:ext cx="2971800" cy="457200"/>
          </a:xfrm>
          <a:prstGeom prst="rect">
            <a:avLst/>
          </a:prstGeom>
        </p:spPr>
        <p:txBody>
          <a:bodyPr vert="horz" rtlCol="0"/>
          <a:lstStyle>
            <a:lvl1pPr algn="l" fontAlgn="auto">
              <a:spcBef>
                <a:spcPts val="0"/>
              </a:spcBef>
              <a:spcAft>
                <a:spcPts val="0"/>
              </a:spcAft>
              <a:defRPr sz="1200">
                <a:latin typeface="+mn-lt"/>
                <a:cs typeface="+mn-cs"/>
              </a:defRPr>
            </a:lvl1pPr>
            <a:extLst/>
          </a:lstStyle>
          <a:p>
            <a:pPr>
              <a:defRPr/>
            </a:pPr>
            <a:endParaRPr lang="en-US"/>
          </a:p>
        </p:txBody>
      </p:sp>
      <p:sp>
        <p:nvSpPr>
          <p:cNvPr id="3" name="Rectangle 3"/>
          <p:cNvSpPr>
            <a:spLocks noGrp="1"/>
          </p:cNvSpPr>
          <p:nvPr>
            <p:ph type="dt" idx="1"/>
          </p:nvPr>
        </p:nvSpPr>
        <p:spPr>
          <a:xfrm>
            <a:off x="3884613" y="0"/>
            <a:ext cx="2971800" cy="457200"/>
          </a:xfrm>
          <a:prstGeom prst="rect">
            <a:avLst/>
          </a:prstGeom>
        </p:spPr>
        <p:txBody>
          <a:bodyPr vert="horz" rtlCol="0"/>
          <a:lstStyle>
            <a:lvl1pPr algn="r" fontAlgn="auto">
              <a:spcBef>
                <a:spcPts val="0"/>
              </a:spcBef>
              <a:spcAft>
                <a:spcPts val="0"/>
              </a:spcAft>
              <a:defRPr sz="1200">
                <a:latin typeface="+mn-lt"/>
                <a:cs typeface="+mn-cs"/>
              </a:defRPr>
            </a:lvl1pPr>
            <a:extLst/>
          </a:lstStyle>
          <a:p>
            <a:pPr>
              <a:defRPr/>
            </a:pPr>
            <a:fld id="{291BBBF8-8415-4B3A-9760-7381A7BE59B8}" type="datetimeFigureOut">
              <a:rPr lang="en-US"/>
              <a:pPr>
                <a:defRPr/>
              </a:pPr>
              <a:t>03-Feb-26</a:t>
            </a:fld>
            <a:endParaRPr lang="en-US"/>
          </a:p>
        </p:txBody>
      </p:sp>
      <p:sp>
        <p:nvSpPr>
          <p:cNvPr id="4" name="Rectangle 4"/>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rtlCol="0" anchor="ctr"/>
          <a:lstStyle/>
          <a:p>
            <a:pPr lvl="0"/>
            <a:endParaRPr lang="en-US" noProof="0"/>
          </a:p>
        </p:txBody>
      </p:sp>
      <p:sp>
        <p:nvSpPr>
          <p:cNvPr id="5" name="Rectangle 5"/>
          <p:cNvSpPr>
            <a:spLocks noGrp="1"/>
          </p:cNvSpPr>
          <p:nvPr>
            <p:ph type="body" sz="quarter" idx="3"/>
          </p:nvPr>
        </p:nvSpPr>
        <p:spPr>
          <a:xfrm>
            <a:off x="685800" y="4343400"/>
            <a:ext cx="5486400" cy="4114800"/>
          </a:xfrm>
          <a:prstGeom prst="rect">
            <a:avLst/>
          </a:prstGeom>
        </p:spPr>
        <p:txBody>
          <a:bodyPr vert="horz"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Rectangle 6"/>
          <p:cNvSpPr>
            <a:spLocks noGrp="1"/>
          </p:cNvSpPr>
          <p:nvPr>
            <p:ph type="ftr" sz="quarter" idx="4"/>
          </p:nvPr>
        </p:nvSpPr>
        <p:spPr>
          <a:xfrm>
            <a:off x="0" y="8685213"/>
            <a:ext cx="2971800" cy="457200"/>
          </a:xfrm>
          <a:prstGeom prst="rect">
            <a:avLst/>
          </a:prstGeom>
        </p:spPr>
        <p:txBody>
          <a:bodyPr vert="horz" rtlCol="0" anchor="b"/>
          <a:lstStyle>
            <a:lvl1pPr algn="l" fontAlgn="auto">
              <a:spcBef>
                <a:spcPts val="0"/>
              </a:spcBef>
              <a:spcAft>
                <a:spcPts val="0"/>
              </a:spcAft>
              <a:defRPr sz="1200">
                <a:latin typeface="+mn-lt"/>
                <a:cs typeface="+mn-cs"/>
              </a:defRPr>
            </a:lvl1pPr>
            <a:extLst/>
          </a:lstStyle>
          <a:p>
            <a:pPr>
              <a:defRPr/>
            </a:pPr>
            <a:endParaRPr lang="en-US"/>
          </a:p>
        </p:txBody>
      </p:sp>
      <p:sp>
        <p:nvSpPr>
          <p:cNvPr id="7" name="Rectangle 7"/>
          <p:cNvSpPr>
            <a:spLocks noGrp="1"/>
          </p:cNvSpPr>
          <p:nvPr>
            <p:ph type="sldNum" sz="quarter" idx="5"/>
          </p:nvPr>
        </p:nvSpPr>
        <p:spPr>
          <a:xfrm>
            <a:off x="3884613" y="8685213"/>
            <a:ext cx="2971800" cy="457200"/>
          </a:xfrm>
          <a:prstGeom prst="rect">
            <a:avLst/>
          </a:prstGeom>
        </p:spPr>
        <p:txBody>
          <a:bodyPr vert="horz" rtlCol="0" anchor="b"/>
          <a:lstStyle>
            <a:lvl1pPr algn="r" fontAlgn="auto">
              <a:spcBef>
                <a:spcPts val="0"/>
              </a:spcBef>
              <a:spcAft>
                <a:spcPts val="0"/>
              </a:spcAft>
              <a:defRPr sz="1200">
                <a:latin typeface="+mn-lt"/>
                <a:cs typeface="+mn-cs"/>
              </a:defRPr>
            </a:lvl1pPr>
            <a:extLst/>
          </a:lstStyle>
          <a:p>
            <a:pPr>
              <a:defRPr/>
            </a:pPr>
            <a:fld id="{ED1D7059-FEC7-4C7E-B555-F4E5ECC40898}"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TextEdit="1"/>
          </p:cNvSpPr>
          <p:nvPr>
            <p:ph type="sldImg"/>
          </p:nvPr>
        </p:nvSpPr>
        <p:spPr bwMode="auto">
          <a:noFill/>
          <a:ln>
            <a:solidFill>
              <a:srgbClr val="000000"/>
            </a:solidFill>
            <a:miter lim="800000"/>
            <a:headEnd/>
            <a:tailEnd/>
          </a:ln>
        </p:spPr>
      </p:sp>
      <p:sp>
        <p:nvSpPr>
          <p:cNvPr id="37891" name="Rectangle 3"/>
          <p:cNvSpPr>
            <a:spLocks noGrp="1"/>
          </p:cNvSpPr>
          <p:nvPr>
            <p:ph type="body" idx="1"/>
          </p:nvPr>
        </p:nvSpPr>
        <p:spPr bwMode="auto">
          <a:noFill/>
        </p:spPr>
        <p:txBody>
          <a:bodyPr wrap="square" lIns="91440" tIns="45720" rIns="91440" bIns="45720" numCol="1" anchor="t" anchorCtr="0" compatLnSpc="1">
            <a:prstTxWarp prst="textNoShape">
              <a:avLst/>
            </a:prstTxWarp>
          </a:bodyPr>
          <a:lstStyle/>
          <a:p>
            <a:pPr eaLnBrk="1" hangingPunct="1">
              <a:spcBef>
                <a:spcPct val="0"/>
              </a:spcBef>
            </a:pPr>
            <a:endParaRPr lang="en-US"/>
          </a:p>
        </p:txBody>
      </p:sp>
      <p:sp>
        <p:nvSpPr>
          <p:cNvPr id="18436" name="Rectangle 4"/>
          <p:cNvSpPr>
            <a:spLocks noGrp="1"/>
          </p:cNvSpPr>
          <p:nvPr>
            <p:ph type="sldNum" sz="quarter" idx="5"/>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5649CBC6-9FD8-4951-B8FC-29A1D10C1AE3}" type="slidenum">
              <a:rPr lang="en-US" smtClean="0"/>
              <a:pPr fontAlgn="base">
                <a:spcBef>
                  <a:spcPct val="0"/>
                </a:spcBef>
                <a:spcAft>
                  <a:spcPct val="0"/>
                </a:spcAft>
                <a:defRPr/>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grpSp>
        <p:nvGrpSpPr>
          <p:cNvPr id="4" name="Group 23"/>
          <p:cNvGrpSpPr>
            <a:grpSpLocks/>
          </p:cNvGrpSpPr>
          <p:nvPr/>
        </p:nvGrpSpPr>
        <p:grpSpPr bwMode="auto">
          <a:xfrm>
            <a:off x="14288" y="1976438"/>
            <a:ext cx="2043112" cy="533400"/>
            <a:chOff x="0" y="2000250"/>
            <a:chExt cx="3733800" cy="533400"/>
          </a:xfrm>
        </p:grpSpPr>
        <p:sp>
          <p:nvSpPr>
            <p:cNvPr id="5" name="Rectangle 14"/>
            <p:cNvSpPr/>
            <p:nvPr/>
          </p:nvSpPr>
          <p:spPr>
            <a:xfrm>
              <a:off x="0" y="2381250"/>
              <a:ext cx="3733800" cy="76200"/>
            </a:xfrm>
            <a:prstGeom prst="rect">
              <a:avLst/>
            </a:prstGeom>
          </p:spPr>
          <p:style>
            <a:lnRef idx="1">
              <a:schemeClr val="accent6"/>
            </a:lnRef>
            <a:fillRef idx="3">
              <a:schemeClr val="accent6"/>
            </a:fillRef>
            <a:effectRef idx="3">
              <a:schemeClr val="accent6"/>
            </a:effectRef>
            <a:fontRef idx="minor">
              <a:schemeClr val="lt1"/>
            </a:fontRef>
          </p:style>
          <p:txBody>
            <a:bodyPr anchor="ctr"/>
            <a:lstStyle/>
            <a:p>
              <a:pPr algn="ctr" fontAlgn="auto">
                <a:spcBef>
                  <a:spcPts val="0"/>
                </a:spcBef>
                <a:spcAft>
                  <a:spcPts val="0"/>
                </a:spcAft>
                <a:defRPr/>
              </a:pPr>
              <a:endParaRPr lang="en-US"/>
            </a:p>
          </p:txBody>
        </p:sp>
        <p:sp>
          <p:nvSpPr>
            <p:cNvPr id="6" name="Rectangle 14"/>
            <p:cNvSpPr/>
            <p:nvPr/>
          </p:nvSpPr>
          <p:spPr>
            <a:xfrm>
              <a:off x="0" y="2305050"/>
              <a:ext cx="3733800" cy="76200"/>
            </a:xfrm>
            <a:prstGeom prst="rect">
              <a:avLst/>
            </a:prstGeom>
          </p:spPr>
          <p:style>
            <a:lnRef idx="1">
              <a:schemeClr val="accent5"/>
            </a:lnRef>
            <a:fillRef idx="3">
              <a:schemeClr val="accent5"/>
            </a:fillRef>
            <a:effectRef idx="3">
              <a:schemeClr val="accent5"/>
            </a:effectRef>
            <a:fontRef idx="minor">
              <a:schemeClr val="lt1"/>
            </a:fontRef>
          </p:style>
          <p:txBody>
            <a:bodyPr anchor="ctr"/>
            <a:lstStyle/>
            <a:p>
              <a:pPr algn="ctr" fontAlgn="auto">
                <a:spcBef>
                  <a:spcPts val="0"/>
                </a:spcBef>
                <a:spcAft>
                  <a:spcPts val="0"/>
                </a:spcAft>
                <a:defRPr/>
              </a:pPr>
              <a:endParaRPr lang="en-US"/>
            </a:p>
          </p:txBody>
        </p:sp>
        <p:sp>
          <p:nvSpPr>
            <p:cNvPr id="7" name="Rectangle 14"/>
            <p:cNvSpPr/>
            <p:nvPr/>
          </p:nvSpPr>
          <p:spPr>
            <a:xfrm>
              <a:off x="0" y="2228850"/>
              <a:ext cx="3733800" cy="76200"/>
            </a:xfrm>
            <a:prstGeom prst="rect">
              <a:avLst/>
            </a:prstGeom>
          </p:spPr>
          <p:style>
            <a:lnRef idx="1">
              <a:schemeClr val="accent4"/>
            </a:lnRef>
            <a:fillRef idx="3">
              <a:schemeClr val="accent4"/>
            </a:fillRef>
            <a:effectRef idx="3">
              <a:schemeClr val="accent4"/>
            </a:effectRef>
            <a:fontRef idx="minor">
              <a:schemeClr val="lt1"/>
            </a:fontRef>
          </p:style>
          <p:txBody>
            <a:bodyPr anchor="ctr"/>
            <a:lstStyle/>
            <a:p>
              <a:pPr algn="ctr" fontAlgn="auto">
                <a:spcBef>
                  <a:spcPts val="0"/>
                </a:spcBef>
                <a:spcAft>
                  <a:spcPts val="0"/>
                </a:spcAft>
                <a:defRPr/>
              </a:pPr>
              <a:endParaRPr lang="en-US"/>
            </a:p>
          </p:txBody>
        </p:sp>
        <p:sp>
          <p:nvSpPr>
            <p:cNvPr id="8" name="Rectangle 14"/>
            <p:cNvSpPr/>
            <p:nvPr/>
          </p:nvSpPr>
          <p:spPr>
            <a:xfrm>
              <a:off x="0" y="2152650"/>
              <a:ext cx="3733800" cy="76200"/>
            </a:xfrm>
            <a:prstGeom prst="rect">
              <a:avLst/>
            </a:prstGeom>
          </p:spPr>
          <p:style>
            <a:lnRef idx="1">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a:p>
          </p:txBody>
        </p:sp>
        <p:sp>
          <p:nvSpPr>
            <p:cNvPr id="9" name="Rectangle 14"/>
            <p:cNvSpPr/>
            <p:nvPr/>
          </p:nvSpPr>
          <p:spPr>
            <a:xfrm>
              <a:off x="0" y="2076450"/>
              <a:ext cx="3733800" cy="76200"/>
            </a:xfrm>
            <a:prstGeom prst="rect">
              <a:avLst/>
            </a:prstGeom>
          </p:spPr>
          <p:style>
            <a:lnRef idx="1">
              <a:schemeClr val="accent2"/>
            </a:lnRef>
            <a:fillRef idx="3">
              <a:schemeClr val="accent2"/>
            </a:fillRef>
            <a:effectRef idx="3">
              <a:schemeClr val="accent2"/>
            </a:effectRef>
            <a:fontRef idx="minor">
              <a:schemeClr val="lt1"/>
            </a:fontRef>
          </p:style>
          <p:txBody>
            <a:bodyPr anchor="ctr"/>
            <a:lstStyle/>
            <a:p>
              <a:pPr algn="ctr" fontAlgn="auto">
                <a:spcBef>
                  <a:spcPts val="0"/>
                </a:spcBef>
                <a:spcAft>
                  <a:spcPts val="0"/>
                </a:spcAft>
                <a:defRPr/>
              </a:pPr>
              <a:endParaRPr lang="en-US"/>
            </a:p>
          </p:txBody>
        </p:sp>
        <p:sp>
          <p:nvSpPr>
            <p:cNvPr id="10" name="Rectangle 14"/>
            <p:cNvSpPr/>
            <p:nvPr/>
          </p:nvSpPr>
          <p:spPr>
            <a:xfrm>
              <a:off x="0" y="2000250"/>
              <a:ext cx="3733800" cy="76200"/>
            </a:xfrm>
            <a:prstGeom prst="rect">
              <a:avLst/>
            </a:prstGeom>
          </p:spPr>
          <p:style>
            <a:lnRef idx="1">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4"/>
            <p:cNvSpPr/>
            <p:nvPr/>
          </p:nvSpPr>
          <p:spPr>
            <a:xfrm>
              <a:off x="0" y="2457450"/>
              <a:ext cx="3733800" cy="76200"/>
            </a:xfrm>
            <a:prstGeom prst="rect">
              <a:avLst/>
            </a:prstGeom>
          </p:spPr>
          <p:style>
            <a:lnRef idx="1">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3" name="Group 35"/>
          <p:cNvGrpSpPr>
            <a:grpSpLocks/>
          </p:cNvGrpSpPr>
          <p:nvPr/>
        </p:nvGrpSpPr>
        <p:grpSpPr bwMode="auto">
          <a:xfrm>
            <a:off x="8583613" y="1976438"/>
            <a:ext cx="552450" cy="542925"/>
            <a:chOff x="8667750" y="2000250"/>
            <a:chExt cx="476250" cy="542925"/>
          </a:xfrm>
        </p:grpSpPr>
        <p:sp>
          <p:nvSpPr>
            <p:cNvPr id="14" name="Rectangle 14"/>
            <p:cNvSpPr/>
            <p:nvPr/>
          </p:nvSpPr>
          <p:spPr>
            <a:xfrm>
              <a:off x="8667750" y="2381250"/>
              <a:ext cx="476250" cy="76200"/>
            </a:xfrm>
            <a:prstGeom prst="rect">
              <a:avLst/>
            </a:prstGeom>
          </p:spPr>
          <p:style>
            <a:lnRef idx="1">
              <a:schemeClr val="accent6"/>
            </a:lnRef>
            <a:fillRef idx="3">
              <a:schemeClr val="accent6"/>
            </a:fillRef>
            <a:effectRef idx="3">
              <a:schemeClr val="accent6"/>
            </a:effectRef>
            <a:fontRef idx="minor">
              <a:schemeClr val="lt1"/>
            </a:fontRef>
          </p:style>
          <p:txBody>
            <a:bodyPr anchor="ctr"/>
            <a:lstStyle/>
            <a:p>
              <a:pPr algn="ctr" fontAlgn="auto">
                <a:spcBef>
                  <a:spcPts val="0"/>
                </a:spcBef>
                <a:spcAft>
                  <a:spcPts val="0"/>
                </a:spcAft>
                <a:defRPr/>
              </a:pPr>
              <a:endParaRPr lang="en-US"/>
            </a:p>
          </p:txBody>
        </p:sp>
        <p:sp>
          <p:nvSpPr>
            <p:cNvPr id="15" name="Rectangle 14"/>
            <p:cNvSpPr/>
            <p:nvPr/>
          </p:nvSpPr>
          <p:spPr>
            <a:xfrm>
              <a:off x="8667750" y="2305050"/>
              <a:ext cx="476250" cy="76200"/>
            </a:xfrm>
            <a:prstGeom prst="rect">
              <a:avLst/>
            </a:prstGeom>
          </p:spPr>
          <p:style>
            <a:lnRef idx="1">
              <a:schemeClr val="accent5"/>
            </a:lnRef>
            <a:fillRef idx="3">
              <a:schemeClr val="accent5"/>
            </a:fillRef>
            <a:effectRef idx="3">
              <a:schemeClr val="accent5"/>
            </a:effectRef>
            <a:fontRef idx="minor">
              <a:schemeClr val="lt1"/>
            </a:fontRef>
          </p:style>
          <p:txBody>
            <a:bodyPr anchor="ctr"/>
            <a:lstStyle/>
            <a:p>
              <a:pPr algn="ctr" fontAlgn="auto">
                <a:spcBef>
                  <a:spcPts val="0"/>
                </a:spcBef>
                <a:spcAft>
                  <a:spcPts val="0"/>
                </a:spcAft>
                <a:defRPr/>
              </a:pPr>
              <a:endParaRPr lang="en-US"/>
            </a:p>
          </p:txBody>
        </p:sp>
        <p:sp>
          <p:nvSpPr>
            <p:cNvPr id="16" name="Rectangle 14"/>
            <p:cNvSpPr/>
            <p:nvPr/>
          </p:nvSpPr>
          <p:spPr>
            <a:xfrm>
              <a:off x="8667750" y="2228850"/>
              <a:ext cx="476250" cy="76200"/>
            </a:xfrm>
            <a:prstGeom prst="rect">
              <a:avLst/>
            </a:prstGeom>
          </p:spPr>
          <p:style>
            <a:lnRef idx="1">
              <a:schemeClr val="accent4"/>
            </a:lnRef>
            <a:fillRef idx="3">
              <a:schemeClr val="accent4"/>
            </a:fillRef>
            <a:effectRef idx="3">
              <a:schemeClr val="accent4"/>
            </a:effectRef>
            <a:fontRef idx="minor">
              <a:schemeClr val="lt1"/>
            </a:fontRef>
          </p:style>
          <p:txBody>
            <a:bodyPr anchor="ctr"/>
            <a:lstStyle/>
            <a:p>
              <a:pPr algn="ctr" fontAlgn="auto">
                <a:spcBef>
                  <a:spcPts val="0"/>
                </a:spcBef>
                <a:spcAft>
                  <a:spcPts val="0"/>
                </a:spcAft>
                <a:defRPr/>
              </a:pPr>
              <a:endParaRPr lang="en-US"/>
            </a:p>
          </p:txBody>
        </p:sp>
        <p:sp>
          <p:nvSpPr>
            <p:cNvPr id="17" name="Rectangle 14"/>
            <p:cNvSpPr/>
            <p:nvPr/>
          </p:nvSpPr>
          <p:spPr>
            <a:xfrm>
              <a:off x="8667750" y="2152650"/>
              <a:ext cx="476250" cy="76200"/>
            </a:xfrm>
            <a:prstGeom prst="rect">
              <a:avLst/>
            </a:prstGeom>
          </p:spPr>
          <p:style>
            <a:lnRef idx="1">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dirty="0"/>
            </a:p>
          </p:txBody>
        </p:sp>
        <p:sp>
          <p:nvSpPr>
            <p:cNvPr id="18" name="Rectangle 17"/>
            <p:cNvSpPr/>
            <p:nvPr/>
          </p:nvSpPr>
          <p:spPr>
            <a:xfrm>
              <a:off x="8667750" y="2076450"/>
              <a:ext cx="476250" cy="76200"/>
            </a:xfrm>
            <a:prstGeom prst="rect">
              <a:avLst/>
            </a:prstGeom>
          </p:spPr>
          <p:style>
            <a:lnRef idx="1">
              <a:schemeClr val="accent2"/>
            </a:lnRef>
            <a:fillRef idx="3">
              <a:schemeClr val="accent2"/>
            </a:fillRef>
            <a:effectRef idx="3">
              <a:schemeClr val="accent2"/>
            </a:effectRef>
            <a:fontRef idx="minor">
              <a:schemeClr val="lt1"/>
            </a:fontRef>
          </p:style>
          <p:txBody>
            <a:bodyPr anchor="ctr"/>
            <a:lstStyle/>
            <a:p>
              <a:pPr algn="ctr" fontAlgn="auto">
                <a:spcBef>
                  <a:spcPts val="0"/>
                </a:spcBef>
                <a:spcAft>
                  <a:spcPts val="0"/>
                </a:spcAft>
                <a:defRPr/>
              </a:pPr>
              <a:endParaRPr lang="en-US"/>
            </a:p>
          </p:txBody>
        </p:sp>
        <p:sp>
          <p:nvSpPr>
            <p:cNvPr id="19" name="Rectangle 14"/>
            <p:cNvSpPr/>
            <p:nvPr/>
          </p:nvSpPr>
          <p:spPr>
            <a:xfrm>
              <a:off x="8667750" y="2000250"/>
              <a:ext cx="476250" cy="76200"/>
            </a:xfrm>
            <a:prstGeom prst="rect">
              <a:avLst/>
            </a:prstGeom>
          </p:spPr>
          <p:style>
            <a:lnRef idx="1">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0" name="Rectangle 14"/>
            <p:cNvSpPr/>
            <p:nvPr/>
          </p:nvSpPr>
          <p:spPr>
            <a:xfrm>
              <a:off x="8667750" y="2466975"/>
              <a:ext cx="476250" cy="76200"/>
            </a:xfrm>
            <a:prstGeom prst="rect">
              <a:avLst/>
            </a:prstGeom>
          </p:spPr>
          <p:style>
            <a:lnRef idx="1">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21" name="Oval 28"/>
          <p:cNvSpPr/>
          <p:nvPr userDrawn="1"/>
        </p:nvSpPr>
        <p:spPr>
          <a:xfrm>
            <a:off x="8572500" y="6038850"/>
            <a:ext cx="152400" cy="152400"/>
          </a:xfrm>
          <a:prstGeom prst="ellipse">
            <a:avLst/>
          </a:prstGeom>
          <a:effectLst/>
        </p:spPr>
        <p:style>
          <a:lnRef idx="1">
            <a:schemeClr val="accent6"/>
          </a:lnRef>
          <a:fillRef idx="3">
            <a:schemeClr val="accent6"/>
          </a:fillRef>
          <a:effectRef idx="3">
            <a:schemeClr val="accent6"/>
          </a:effectRef>
          <a:fontRef idx="minor">
            <a:schemeClr val="lt1"/>
          </a:fontRef>
        </p:style>
        <p:txBody>
          <a:bodyPr anchor="ctr"/>
          <a:lstStyle/>
          <a:p>
            <a:pPr algn="ctr" fontAlgn="auto">
              <a:spcBef>
                <a:spcPts val="0"/>
              </a:spcBef>
              <a:spcAft>
                <a:spcPts val="0"/>
              </a:spcAft>
              <a:defRPr/>
            </a:pPr>
            <a:endParaRPr lang="en-US" dirty="0"/>
          </a:p>
        </p:txBody>
      </p:sp>
      <p:sp>
        <p:nvSpPr>
          <p:cNvPr id="22" name="Oval 28"/>
          <p:cNvSpPr/>
          <p:nvPr userDrawn="1"/>
        </p:nvSpPr>
        <p:spPr>
          <a:xfrm>
            <a:off x="8572500" y="6324600"/>
            <a:ext cx="152400" cy="152400"/>
          </a:xfrm>
          <a:prstGeom prst="ellipse">
            <a:avLst/>
          </a:prstGeom>
          <a:effectLst/>
        </p:spPr>
        <p:style>
          <a:lnRef idx="1">
            <a:schemeClr val="accent4"/>
          </a:lnRef>
          <a:fillRef idx="3">
            <a:schemeClr val="accent4"/>
          </a:fillRef>
          <a:effectRef idx="3">
            <a:schemeClr val="accent4"/>
          </a:effectRef>
          <a:fontRef idx="minor">
            <a:schemeClr val="lt1"/>
          </a:fontRef>
        </p:style>
        <p:txBody>
          <a:bodyPr anchor="ctr"/>
          <a:lstStyle/>
          <a:p>
            <a:pPr algn="ctr" fontAlgn="auto">
              <a:spcBef>
                <a:spcPts val="0"/>
              </a:spcBef>
              <a:spcAft>
                <a:spcPts val="0"/>
              </a:spcAft>
              <a:defRPr/>
            </a:pPr>
            <a:endParaRPr lang="en-US"/>
          </a:p>
        </p:txBody>
      </p:sp>
      <p:sp>
        <p:nvSpPr>
          <p:cNvPr id="23" name="Oval 28"/>
          <p:cNvSpPr/>
          <p:nvPr userDrawn="1"/>
        </p:nvSpPr>
        <p:spPr>
          <a:xfrm>
            <a:off x="8572500" y="5476875"/>
            <a:ext cx="152400" cy="152400"/>
          </a:xfrm>
          <a:prstGeom prst="ellipse">
            <a:avLst/>
          </a:prstGeom>
          <a:effectLst/>
        </p:spPr>
        <p:style>
          <a:lnRef idx="1">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4" name="Oval 28"/>
          <p:cNvSpPr/>
          <p:nvPr userDrawn="1"/>
        </p:nvSpPr>
        <p:spPr>
          <a:xfrm>
            <a:off x="8572500" y="5753100"/>
            <a:ext cx="152400" cy="152400"/>
          </a:xfrm>
          <a:prstGeom prst="ellipse">
            <a:avLst/>
          </a:prstGeom>
          <a:effectLst/>
        </p:spPr>
        <p:style>
          <a:lnRef idx="1">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a:p>
        </p:txBody>
      </p:sp>
      <p:sp>
        <p:nvSpPr>
          <p:cNvPr id="12" name="Rectangle 3"/>
          <p:cNvSpPr>
            <a:spLocks noGrp="1"/>
          </p:cNvSpPr>
          <p:nvPr>
            <p:ph type="subTitle" idx="1"/>
          </p:nvPr>
        </p:nvSpPr>
        <p:spPr>
          <a:xfrm>
            <a:off x="457200" y="5396132"/>
            <a:ext cx="8098302" cy="762000"/>
          </a:xfrm>
        </p:spPr>
        <p:txBody>
          <a:bodyPr/>
          <a:lstStyle>
            <a:lvl1pPr marL="0" indent="0" algn="r">
              <a:buNone/>
              <a:defRPr sz="1400"/>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endParaRPr lang="en-US" dirty="0"/>
          </a:p>
        </p:txBody>
      </p:sp>
      <p:sp>
        <p:nvSpPr>
          <p:cNvPr id="33" name="Rectangle 32"/>
          <p:cNvSpPr>
            <a:spLocks noGrp="1"/>
          </p:cNvSpPr>
          <p:nvPr>
            <p:ph type="title"/>
          </p:nvPr>
        </p:nvSpPr>
        <p:spPr>
          <a:xfrm>
            <a:off x="2057400" y="281352"/>
            <a:ext cx="6509239" cy="3886200"/>
          </a:xfrm>
          <a:scene3d>
            <a:camera prst="orthographicFront"/>
            <a:lightRig rig="threePt" dir="t"/>
          </a:scene3d>
          <a:sp3d/>
        </p:spPr>
        <p:txBody>
          <a:bodyPr anchor="ctr">
            <a:normAutofit/>
          </a:bodyPr>
          <a:lstStyle>
            <a:lvl1pPr algn="ctr">
              <a:lnSpc>
                <a:spcPct val="100000"/>
              </a:lnSpc>
              <a:defRPr kumimoji="0" lang="en-US" sz="7200" b="1" i="0" u="none" strike="noStrike" kern="0" cap="none" spc="0" normalizeH="0" baseline="0" noProof="0" dirty="0" smtClean="0">
                <a:ln w="0">
                  <a:solidFill>
                    <a:srgbClr val="FFFFFF"/>
                  </a:solidFill>
                  <a:prstDash val="solid"/>
                </a:ln>
                <a:gradFill flip="none">
                  <a:gsLst>
                    <a:gs pos="40000">
                      <a:schemeClr val="accent6">
                        <a:shade val="80000"/>
                      </a:schemeClr>
                    </a:gs>
                    <a:gs pos="45000">
                      <a:schemeClr val="accent6">
                        <a:shade val="100000"/>
                      </a:schemeClr>
                    </a:gs>
                  </a:gsLst>
                  <a:lin ang="16200000"/>
                </a:gradFill>
                <a:effectLst>
                  <a:outerShdw blurRad="23036" dist="23036" dir="5400000" algn="tl">
                    <a:srgbClr val="656565">
                      <a:alpha val="65000"/>
                    </a:srgbClr>
                  </a:outerShdw>
                  <a:reflection blurRad="12700" stA="25000" endPos="55000" dist="5000" dir="5400000" sy="-100000" algn="bl" rotWithShape="0"/>
                </a:effectLst>
                <a:uLnTx/>
                <a:uFillTx/>
                <a:latin typeface="+mj-lt"/>
                <a:ea typeface="+mj-ea"/>
                <a:cs typeface="+mj-cs"/>
              </a:defRPr>
            </a:lvl1pPr>
            <a:extLst/>
          </a:lstStyle>
          <a:p>
            <a:r>
              <a:rPr lang="en-US"/>
              <a:t>Click to edit Master title style</a:t>
            </a:r>
            <a:endParaRPr lang="en-US" dirty="0"/>
          </a:p>
        </p:txBody>
      </p:sp>
      <p:sp>
        <p:nvSpPr>
          <p:cNvPr id="25" name="Rectangle 34"/>
          <p:cNvSpPr>
            <a:spLocks noGrp="1"/>
          </p:cNvSpPr>
          <p:nvPr>
            <p:ph type="dt" sz="half" idx="10"/>
          </p:nvPr>
        </p:nvSpPr>
        <p:spPr/>
        <p:txBody>
          <a:bodyPr rtlCol="0"/>
          <a:lstStyle>
            <a:lvl1pPr>
              <a:defRPr/>
            </a:lvl1pPr>
            <a:extLst/>
          </a:lstStyle>
          <a:p>
            <a:pPr>
              <a:defRPr/>
            </a:pPr>
            <a:fld id="{BA712CD5-D39D-4062-978F-756F391BE64A}" type="datetimeFigureOut">
              <a:rPr lang="en-US"/>
              <a:pPr>
                <a:defRPr/>
              </a:pPr>
              <a:t>03-Feb-26</a:t>
            </a:fld>
            <a:endParaRPr lang="en-US"/>
          </a:p>
        </p:txBody>
      </p:sp>
      <p:sp>
        <p:nvSpPr>
          <p:cNvPr id="26" name="Rectangle 35"/>
          <p:cNvSpPr>
            <a:spLocks noGrp="1"/>
          </p:cNvSpPr>
          <p:nvPr>
            <p:ph type="sldNum" sz="quarter" idx="11"/>
          </p:nvPr>
        </p:nvSpPr>
        <p:spPr/>
        <p:txBody>
          <a:bodyPr rtlCol="0"/>
          <a:lstStyle>
            <a:lvl1pPr>
              <a:defRPr/>
            </a:lvl1pPr>
            <a:extLst/>
          </a:lstStyle>
          <a:p>
            <a:pPr>
              <a:defRPr/>
            </a:pPr>
            <a:fld id="{149500DE-632B-4B3A-9CA1-4A5E94946F1E}" type="slidenum">
              <a:rPr lang="en-US"/>
              <a:pPr>
                <a:defRPr/>
              </a:pPr>
              <a:t>‹#›</a:t>
            </a:fld>
            <a:endParaRPr lang="en-US"/>
          </a:p>
        </p:txBody>
      </p:sp>
      <p:sp>
        <p:nvSpPr>
          <p:cNvPr id="27" name="Rectangle 36"/>
          <p:cNvSpPr>
            <a:spLocks noGrp="1"/>
          </p:cNvSpPr>
          <p:nvPr>
            <p:ph type="ftr" sz="quarter" idx="12"/>
          </p:nvPr>
        </p:nvSpPr>
        <p:spPr/>
        <p:txBody>
          <a:bodyPr rtlCol="0"/>
          <a:lstStyle>
            <a:lvl1pPr>
              <a:defRPr/>
            </a:lvl1pPr>
            <a:extLst/>
          </a:lstStyle>
          <a:p>
            <a:pPr>
              <a:defRPr/>
            </a:pPr>
            <a:endParaRPr lang="en-US"/>
          </a:p>
        </p:txBody>
      </p:sp>
    </p:spTree>
  </p:cSld>
  <p:clrMapOvr>
    <a:masterClrMapping/>
  </p:clrMapOvr>
  <p:transition>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0" name="Rectangle 3"/>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Rectangle 14"/>
          <p:cNvSpPr>
            <a:spLocks noGrp="1"/>
          </p:cNvSpPr>
          <p:nvPr>
            <p:ph type="title"/>
          </p:nvPr>
        </p:nvSpPr>
        <p:spPr/>
        <p:txBody>
          <a:bodyPr rtlCol="0"/>
          <a:lstStyle/>
          <a:p>
            <a:r>
              <a:rPr lang="en-US"/>
              <a:t>Click to edit Master title style</a:t>
            </a:r>
          </a:p>
        </p:txBody>
      </p:sp>
      <p:sp>
        <p:nvSpPr>
          <p:cNvPr id="4" name="Rectangle 10"/>
          <p:cNvSpPr>
            <a:spLocks noGrp="1"/>
          </p:cNvSpPr>
          <p:nvPr>
            <p:ph type="dt" sz="half" idx="10"/>
          </p:nvPr>
        </p:nvSpPr>
        <p:spPr/>
        <p:txBody>
          <a:bodyPr rtlCol="0"/>
          <a:lstStyle>
            <a:lvl1pPr>
              <a:defRPr/>
            </a:lvl1pPr>
            <a:extLst/>
          </a:lstStyle>
          <a:p>
            <a:pPr>
              <a:defRPr/>
            </a:pPr>
            <a:fld id="{4A67A21C-22B4-42BE-894F-51F8605CEE9F}" type="datetimeFigureOut">
              <a:rPr lang="en-US"/>
              <a:pPr>
                <a:defRPr/>
              </a:pPr>
              <a:t>03-Feb-26</a:t>
            </a:fld>
            <a:endParaRPr lang="en-US"/>
          </a:p>
        </p:txBody>
      </p:sp>
      <p:sp>
        <p:nvSpPr>
          <p:cNvPr id="5" name="Rectangle 11"/>
          <p:cNvSpPr>
            <a:spLocks noGrp="1"/>
          </p:cNvSpPr>
          <p:nvPr>
            <p:ph type="sldNum" sz="quarter" idx="11"/>
          </p:nvPr>
        </p:nvSpPr>
        <p:spPr/>
        <p:txBody>
          <a:bodyPr rtlCol="0"/>
          <a:lstStyle>
            <a:lvl1pPr>
              <a:defRPr/>
            </a:lvl1pPr>
            <a:extLst/>
          </a:lstStyle>
          <a:p>
            <a:pPr>
              <a:defRPr/>
            </a:pPr>
            <a:fld id="{BE321C4A-44C7-470C-9B14-08AA7112A599}" type="slidenum">
              <a:rPr lang="en-US"/>
              <a:pPr>
                <a:defRPr/>
              </a:pPr>
              <a:t>‹#›</a:t>
            </a:fld>
            <a:endParaRPr lang="en-US"/>
          </a:p>
        </p:txBody>
      </p:sp>
      <p:sp>
        <p:nvSpPr>
          <p:cNvPr id="6" name="Rectangle 12"/>
          <p:cNvSpPr>
            <a:spLocks noGrp="1"/>
          </p:cNvSpPr>
          <p:nvPr>
            <p:ph type="ftr" sz="quarter" idx="12"/>
          </p:nvPr>
        </p:nvSpPr>
        <p:spPr/>
        <p:txBody>
          <a:bodyPr rtlCol="0"/>
          <a:lstStyle>
            <a:lvl1pPr>
              <a:defRPr/>
            </a:lvl1pPr>
            <a:extLst/>
          </a:lstStyle>
          <a:p>
            <a:pPr>
              <a:defRPr/>
            </a:pPr>
            <a:endParaRPr lang="en-US"/>
          </a:p>
        </p:txBody>
      </p:sp>
    </p:spTree>
  </p:cSld>
  <p:clrMapOvr>
    <a:masterClrMapping/>
  </p:clrMapOvr>
  <p:transition>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7" name="Rectangle 6"/>
          <p:cNvSpPr>
            <a:spLocks noGrp="1"/>
          </p:cNvSpPr>
          <p:nvPr>
            <p:ph type="title"/>
          </p:nvPr>
        </p:nvSpPr>
        <p:spPr>
          <a:xfrm>
            <a:off x="228600" y="1676400"/>
            <a:ext cx="8229600" cy="1143000"/>
          </a:xfrm>
        </p:spPr>
        <p:txBody>
          <a:bodyPr rtlCol="0" anchor="ctr">
            <a:normAutofit/>
          </a:bodyPr>
          <a:lstStyle>
            <a:lvl1pPr>
              <a:defRPr kumimoji="0" sz="4800" b="1" i="0" u="none" strike="noStrike" kern="0" cap="none" spc="0" normalizeH="0" baseline="0">
                <a:ln w="0">
                  <a:solidFill>
                    <a:srgbClr val="FFFFFF"/>
                  </a:solidFill>
                  <a:prstDash val="solid"/>
                </a:ln>
                <a:gradFill flip="none">
                  <a:gsLst>
                    <a:gs pos="40000">
                      <a:srgbClr val="FA8D3D">
                        <a:shade val="80000"/>
                      </a:srgbClr>
                    </a:gs>
                    <a:gs pos="45000">
                      <a:srgbClr val="FA8D3D">
                        <a:shade val="100000"/>
                      </a:srgbClr>
                    </a:gs>
                  </a:gsLst>
                  <a:lin ang="16200000"/>
                </a:gradFill>
                <a:effectLst>
                  <a:outerShdw blurRad="23036" dist="23036" dir="5400000" algn="tl">
                    <a:srgbClr val="656565">
                      <a:alpha val="65000"/>
                    </a:srgbClr>
                  </a:outerShdw>
                  <a:reflection blurRad="12700" stA="25000" endPos="55000" dist="5000" dir="5400000" sy="-100000" algn="bl" rotWithShape="0"/>
                </a:effectLst>
                <a:uLnTx/>
                <a:uFillTx/>
                <a:latin typeface="Trebuchet MS"/>
                <a:ea typeface="+mj-ea"/>
                <a:cs typeface="+mj-cs"/>
              </a:defRPr>
            </a:lvl1pPr>
            <a:extLst/>
          </a:lstStyle>
          <a:p>
            <a:r>
              <a:rPr lang="en-US"/>
              <a:t>Click to edit Master title style</a:t>
            </a:r>
            <a:endParaRPr lang="en-US" dirty="0"/>
          </a:p>
        </p:txBody>
      </p:sp>
      <p:sp>
        <p:nvSpPr>
          <p:cNvPr id="3" name="Rectangle 3"/>
          <p:cNvSpPr>
            <a:spLocks noGrp="1"/>
          </p:cNvSpPr>
          <p:nvPr>
            <p:ph type="dt" sz="half" idx="10"/>
          </p:nvPr>
        </p:nvSpPr>
        <p:spPr/>
        <p:txBody>
          <a:bodyPr rtlCol="0"/>
          <a:lstStyle>
            <a:lvl1pPr>
              <a:defRPr/>
            </a:lvl1pPr>
            <a:extLst/>
          </a:lstStyle>
          <a:p>
            <a:pPr>
              <a:defRPr/>
            </a:pPr>
            <a:fld id="{8BC54ED8-9341-4F31-ABC0-90B3E16F6746}" type="datetimeFigureOut">
              <a:rPr lang="en-US"/>
              <a:pPr>
                <a:defRPr/>
              </a:pPr>
              <a:t>03-Feb-26</a:t>
            </a:fld>
            <a:endParaRPr lang="en-US"/>
          </a:p>
        </p:txBody>
      </p:sp>
      <p:sp>
        <p:nvSpPr>
          <p:cNvPr id="4" name="Rectangle 4"/>
          <p:cNvSpPr>
            <a:spLocks noGrp="1"/>
          </p:cNvSpPr>
          <p:nvPr>
            <p:ph type="ftr" sz="quarter" idx="11"/>
          </p:nvPr>
        </p:nvSpPr>
        <p:spPr/>
        <p:txBody>
          <a:bodyPr rtlCol="0"/>
          <a:lstStyle>
            <a:lvl1pPr>
              <a:defRPr/>
            </a:lvl1pPr>
            <a:extLst/>
          </a:lstStyle>
          <a:p>
            <a:pPr>
              <a:defRPr/>
            </a:pPr>
            <a:endParaRPr lang="en-US"/>
          </a:p>
        </p:txBody>
      </p:sp>
      <p:sp>
        <p:nvSpPr>
          <p:cNvPr id="5" name="Rectangle 5"/>
          <p:cNvSpPr>
            <a:spLocks noGrp="1"/>
          </p:cNvSpPr>
          <p:nvPr>
            <p:ph type="sldNum" sz="quarter" idx="12"/>
          </p:nvPr>
        </p:nvSpPr>
        <p:spPr/>
        <p:txBody>
          <a:bodyPr rtlCol="0"/>
          <a:lstStyle>
            <a:lvl1pPr>
              <a:defRPr/>
            </a:lvl1pPr>
            <a:extLst/>
          </a:lstStyle>
          <a:p>
            <a:pPr>
              <a:defRPr/>
            </a:pPr>
            <a:fld id="{A680A551-C6AD-4D7E-A28D-E3880967D4F7}" type="slidenum">
              <a:rPr lang="en-US"/>
              <a:pPr>
                <a:defRPr/>
              </a:pPr>
              <a:t>‹#›</a:t>
            </a:fld>
            <a:endParaRPr lang="en-US"/>
          </a:p>
        </p:txBody>
      </p:sp>
    </p:spTree>
  </p:cSld>
  <p:clrMapOvr>
    <a:masterClrMapping/>
  </p:clrMapOvr>
  <p:transition>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Question &amp; Answer">
    <p:spTree>
      <p:nvGrpSpPr>
        <p:cNvPr id="1" name=""/>
        <p:cNvGrpSpPr/>
        <p:nvPr/>
      </p:nvGrpSpPr>
      <p:grpSpPr>
        <a:xfrm>
          <a:off x="0" y="0"/>
          <a:ext cx="0" cy="0"/>
          <a:chOff x="0" y="0"/>
          <a:chExt cx="0" cy="0"/>
        </a:xfrm>
      </p:grpSpPr>
      <p:sp>
        <p:nvSpPr>
          <p:cNvPr id="4" name="Rectangle 8"/>
          <p:cNvSpPr>
            <a:spLocks noGrp="1"/>
          </p:cNvSpPr>
          <p:nvPr>
            <p:ph type="title"/>
          </p:nvPr>
        </p:nvSpPr>
        <p:spPr>
          <a:xfrm>
            <a:off x="228600" y="457200"/>
            <a:ext cx="8229600" cy="1143000"/>
          </a:xfrm>
        </p:spPr>
        <p:txBody>
          <a:bodyPr rtlCol="0" anchor="ctr"/>
          <a:lstStyle>
            <a:lvl1pPr algn="l">
              <a:defRPr i="1">
                <a:solidFill>
                  <a:schemeClr val="tx1">
                    <a:shade val="75000"/>
                  </a:schemeClr>
                </a:solidFill>
              </a:defRPr>
            </a:lvl1pPr>
            <a:extLst/>
          </a:lstStyle>
          <a:p>
            <a:r>
              <a:rPr lang="en-US"/>
              <a:t>Click to edit Master title style</a:t>
            </a:r>
            <a:endParaRPr lang="en-US" dirty="0"/>
          </a:p>
        </p:txBody>
      </p:sp>
      <p:sp>
        <p:nvSpPr>
          <p:cNvPr id="13" name="Rectangle 13"/>
          <p:cNvSpPr>
            <a:spLocks noGrp="1"/>
          </p:cNvSpPr>
          <p:nvPr>
            <p:ph type="body" sz="quarter" idx="14"/>
          </p:nvPr>
        </p:nvSpPr>
        <p:spPr>
          <a:xfrm>
            <a:off x="228600" y="1676400"/>
            <a:ext cx="8229600" cy="1143000"/>
          </a:xfrm>
        </p:spPr>
        <p:txBody>
          <a:bodyPr rtlCol="0" anchor="ctr"/>
          <a:lstStyle>
            <a:lvl1pPr algn="ctr">
              <a:buFontTx/>
              <a:buNone/>
              <a:defRPr kumimoji="0" sz="4800" b="1" i="0" u="none" strike="noStrike" kern="0" cap="none" spc="0" normalizeH="0" baseline="0">
                <a:ln w="0">
                  <a:solidFill>
                    <a:srgbClr val="FFFFFF"/>
                  </a:solidFill>
                  <a:prstDash val="solid"/>
                </a:ln>
                <a:gradFill flip="none">
                  <a:gsLst>
                    <a:gs pos="40000">
                      <a:schemeClr val="accent6">
                        <a:shade val="80000"/>
                      </a:schemeClr>
                    </a:gs>
                    <a:gs pos="45000">
                      <a:schemeClr val="accent6">
                        <a:shade val="100000"/>
                      </a:schemeClr>
                    </a:gs>
                  </a:gsLst>
                  <a:lin ang="16200000"/>
                </a:gradFill>
                <a:effectLst>
                  <a:outerShdw blurRad="23036" dist="23036" dir="5400000" algn="tl">
                    <a:srgbClr val="656565">
                      <a:alpha val="65000"/>
                    </a:srgbClr>
                  </a:outerShdw>
                  <a:reflection blurRad="12700" stA="25000" endPos="55000" dist="5000" dir="5400000" sy="-100000" algn="bl" rotWithShape="0"/>
                </a:effectLst>
                <a:uLnTx/>
                <a:uFillTx/>
                <a:latin typeface="+mj-lt"/>
                <a:ea typeface="+mj-ea"/>
                <a:cs typeface="+mj-cs"/>
              </a:defRPr>
            </a:lvl1pPr>
            <a:extLst/>
          </a:lstStyle>
          <a:p>
            <a:pPr lvl="0"/>
            <a:r>
              <a:rPr lang="en-US"/>
              <a:t>Click to edit Master text styles</a:t>
            </a:r>
          </a:p>
        </p:txBody>
      </p:sp>
      <p:sp>
        <p:nvSpPr>
          <p:cNvPr id="5" name="Rectangle 3"/>
          <p:cNvSpPr>
            <a:spLocks noGrp="1"/>
          </p:cNvSpPr>
          <p:nvPr>
            <p:ph type="dt" sz="half" idx="15"/>
          </p:nvPr>
        </p:nvSpPr>
        <p:spPr/>
        <p:txBody>
          <a:bodyPr/>
          <a:lstStyle>
            <a:lvl1pPr algn="r">
              <a:defRPr/>
            </a:lvl1pPr>
            <a:extLst/>
          </a:lstStyle>
          <a:p>
            <a:pPr>
              <a:defRPr/>
            </a:pPr>
            <a:fld id="{5054A1BF-1597-4772-ACF6-32287832600D}" type="datetimeFigureOut">
              <a:rPr lang="en-US"/>
              <a:pPr>
                <a:defRPr/>
              </a:pPr>
              <a:t>03-Feb-26</a:t>
            </a:fld>
            <a:endParaRPr lang="en-US"/>
          </a:p>
        </p:txBody>
      </p:sp>
      <p:sp>
        <p:nvSpPr>
          <p:cNvPr id="6" name="Rectangle 4"/>
          <p:cNvSpPr>
            <a:spLocks noGrp="1"/>
          </p:cNvSpPr>
          <p:nvPr>
            <p:ph type="ftr" sz="quarter" idx="16"/>
          </p:nvPr>
        </p:nvSpPr>
        <p:spPr/>
        <p:txBody>
          <a:bodyPr/>
          <a:lstStyle>
            <a:lvl1pPr>
              <a:defRPr/>
            </a:lvl1pPr>
            <a:extLst/>
          </a:lstStyle>
          <a:p>
            <a:pPr>
              <a:defRPr/>
            </a:pPr>
            <a:endParaRPr lang="en-US"/>
          </a:p>
        </p:txBody>
      </p:sp>
      <p:sp>
        <p:nvSpPr>
          <p:cNvPr id="7" name="Rectangle 5"/>
          <p:cNvSpPr>
            <a:spLocks noGrp="1"/>
          </p:cNvSpPr>
          <p:nvPr>
            <p:ph type="sldNum" sz="quarter" idx="17"/>
          </p:nvPr>
        </p:nvSpPr>
        <p:spPr/>
        <p:txBody>
          <a:bodyPr/>
          <a:lstStyle>
            <a:lvl1pPr>
              <a:defRPr/>
            </a:lvl1pPr>
            <a:extLst/>
          </a:lstStyle>
          <a:p>
            <a:pPr>
              <a:defRPr/>
            </a:pPr>
            <a:fld id="{0BFD58C2-659E-4364-9259-B66F0D77BB61}" type="slidenum">
              <a:rPr lang="en-US"/>
              <a:pPr>
                <a:defRPr/>
              </a:pPr>
              <a:t>‹#›</a:t>
            </a:fld>
            <a:endParaRPr lang="en-US"/>
          </a:p>
        </p:txBody>
      </p:sp>
    </p:spTree>
  </p:cSld>
  <p:clrMapOvr>
    <a:masterClrMapping/>
  </p:clrMapOvr>
  <p:transition>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etailed Question &amp; Answer">
    <p:spTree>
      <p:nvGrpSpPr>
        <p:cNvPr id="1" name=""/>
        <p:cNvGrpSpPr/>
        <p:nvPr/>
      </p:nvGrpSpPr>
      <p:grpSpPr>
        <a:xfrm>
          <a:off x="0" y="0"/>
          <a:ext cx="0" cy="0"/>
          <a:chOff x="0" y="0"/>
          <a:chExt cx="0" cy="0"/>
        </a:xfrm>
      </p:grpSpPr>
      <p:sp>
        <p:nvSpPr>
          <p:cNvPr id="31" name="Rectangle 8"/>
          <p:cNvSpPr>
            <a:spLocks noGrp="1"/>
          </p:cNvSpPr>
          <p:nvPr>
            <p:ph type="title"/>
          </p:nvPr>
        </p:nvSpPr>
        <p:spPr>
          <a:xfrm>
            <a:off x="228600" y="457200"/>
            <a:ext cx="8229600" cy="1143000"/>
          </a:xfrm>
        </p:spPr>
        <p:txBody>
          <a:bodyPr rtlCol="0" anchor="ctr"/>
          <a:lstStyle>
            <a:lvl1pPr algn="l">
              <a:defRPr i="1">
                <a:solidFill>
                  <a:schemeClr val="tx1">
                    <a:shade val="75000"/>
                  </a:schemeClr>
                </a:solidFill>
              </a:defRPr>
            </a:lvl1pPr>
            <a:extLst/>
          </a:lstStyle>
          <a:p>
            <a:r>
              <a:rPr lang="en-US"/>
              <a:t>Click to edit Master title style</a:t>
            </a:r>
            <a:endParaRPr lang="en-US" dirty="0"/>
          </a:p>
        </p:txBody>
      </p:sp>
      <p:sp>
        <p:nvSpPr>
          <p:cNvPr id="25" name="Rectangle 13"/>
          <p:cNvSpPr>
            <a:spLocks noGrp="1"/>
          </p:cNvSpPr>
          <p:nvPr>
            <p:ph type="body" sz="quarter" idx="14"/>
          </p:nvPr>
        </p:nvSpPr>
        <p:spPr>
          <a:xfrm>
            <a:off x="228600" y="1676400"/>
            <a:ext cx="8229600" cy="1143000"/>
          </a:xfrm>
        </p:spPr>
        <p:txBody>
          <a:bodyPr rtlCol="0" anchor="ctr"/>
          <a:lstStyle>
            <a:lvl1pPr algn="ctr">
              <a:buFontTx/>
              <a:buNone/>
              <a:defRPr kumimoji="0" sz="4800" b="1" i="0" u="none" strike="noStrike" kern="0" cap="none" spc="0" normalizeH="0" baseline="0">
                <a:ln w="0">
                  <a:solidFill>
                    <a:srgbClr val="FFFFFF"/>
                  </a:solidFill>
                  <a:prstDash val="solid"/>
                </a:ln>
                <a:gradFill flip="none">
                  <a:gsLst>
                    <a:gs pos="40000">
                      <a:schemeClr val="accent6">
                        <a:shade val="80000"/>
                      </a:schemeClr>
                    </a:gs>
                    <a:gs pos="45000">
                      <a:schemeClr val="accent6">
                        <a:shade val="100000"/>
                      </a:schemeClr>
                    </a:gs>
                  </a:gsLst>
                  <a:lin ang="16200000"/>
                </a:gradFill>
                <a:effectLst>
                  <a:outerShdw blurRad="23036" dist="23036" dir="5400000" algn="tl">
                    <a:srgbClr val="656565">
                      <a:alpha val="65000"/>
                    </a:srgbClr>
                  </a:outerShdw>
                  <a:reflection blurRad="12700" stA="25000" endPos="55000" dist="5000" dir="5400000" sy="-100000" algn="bl" rotWithShape="0"/>
                </a:effectLst>
                <a:uLnTx/>
                <a:uFillTx/>
                <a:latin typeface="+mj-lt"/>
                <a:ea typeface="+mj-ea"/>
                <a:cs typeface="+mj-cs"/>
              </a:defRPr>
            </a:lvl1pPr>
            <a:extLst/>
          </a:lstStyle>
          <a:p>
            <a:pPr lvl="0"/>
            <a:r>
              <a:rPr lang="en-US"/>
              <a:t>Click to edit Master text styles</a:t>
            </a:r>
          </a:p>
        </p:txBody>
      </p:sp>
      <p:sp>
        <p:nvSpPr>
          <p:cNvPr id="22" name="Rectangle 9"/>
          <p:cNvSpPr>
            <a:spLocks noGrp="1"/>
          </p:cNvSpPr>
          <p:nvPr>
            <p:ph type="body" sz="quarter" idx="15"/>
          </p:nvPr>
        </p:nvSpPr>
        <p:spPr>
          <a:xfrm>
            <a:off x="1828800" y="3124200"/>
            <a:ext cx="5105400" cy="1981200"/>
          </a:xfrm>
        </p:spPr>
        <p:txBody>
          <a:bodyPr/>
          <a:lstStyle>
            <a:lvl1pPr algn="ctr">
              <a:buFontTx/>
              <a:buNone/>
              <a:defRPr i="1" baseline="0"/>
            </a:lvl1pPr>
            <a:extLst/>
          </a:lstStyle>
          <a:p>
            <a:pPr lvl="0"/>
            <a:r>
              <a:rPr lang="en-US"/>
              <a:t>Click to edit Master text styles</a:t>
            </a:r>
          </a:p>
        </p:txBody>
      </p:sp>
      <p:sp>
        <p:nvSpPr>
          <p:cNvPr id="5" name="Rectangle 3"/>
          <p:cNvSpPr>
            <a:spLocks noGrp="1"/>
          </p:cNvSpPr>
          <p:nvPr>
            <p:ph type="dt" sz="half" idx="16"/>
          </p:nvPr>
        </p:nvSpPr>
        <p:spPr/>
        <p:txBody>
          <a:bodyPr/>
          <a:lstStyle>
            <a:lvl1pPr algn="r">
              <a:defRPr/>
            </a:lvl1pPr>
            <a:extLst/>
          </a:lstStyle>
          <a:p>
            <a:pPr>
              <a:defRPr/>
            </a:pPr>
            <a:fld id="{266F7779-BF70-4EE0-BD84-EB9065EDE7EF}" type="datetimeFigureOut">
              <a:rPr lang="en-US"/>
              <a:pPr>
                <a:defRPr/>
              </a:pPr>
              <a:t>03-Feb-26</a:t>
            </a:fld>
            <a:endParaRPr lang="en-US"/>
          </a:p>
        </p:txBody>
      </p:sp>
      <p:sp>
        <p:nvSpPr>
          <p:cNvPr id="6" name="Rectangle 4"/>
          <p:cNvSpPr>
            <a:spLocks noGrp="1"/>
          </p:cNvSpPr>
          <p:nvPr>
            <p:ph type="ftr" sz="quarter" idx="17"/>
          </p:nvPr>
        </p:nvSpPr>
        <p:spPr/>
        <p:txBody>
          <a:bodyPr/>
          <a:lstStyle>
            <a:lvl1pPr>
              <a:defRPr/>
            </a:lvl1pPr>
            <a:extLst/>
          </a:lstStyle>
          <a:p>
            <a:pPr>
              <a:defRPr/>
            </a:pPr>
            <a:endParaRPr lang="en-US"/>
          </a:p>
        </p:txBody>
      </p:sp>
      <p:sp>
        <p:nvSpPr>
          <p:cNvPr id="7" name="Rectangle 5"/>
          <p:cNvSpPr>
            <a:spLocks noGrp="1"/>
          </p:cNvSpPr>
          <p:nvPr>
            <p:ph type="sldNum" sz="quarter" idx="18"/>
          </p:nvPr>
        </p:nvSpPr>
        <p:spPr/>
        <p:txBody>
          <a:bodyPr/>
          <a:lstStyle>
            <a:lvl1pPr>
              <a:defRPr/>
            </a:lvl1pPr>
            <a:extLst/>
          </a:lstStyle>
          <a:p>
            <a:pPr>
              <a:defRPr/>
            </a:pPr>
            <a:fld id="{3914CEF0-1DB7-486C-BF21-53BF2B3D7B45}" type="slidenum">
              <a:rPr lang="en-US"/>
              <a:pPr>
                <a:defRPr/>
              </a:pPr>
              <a:t>‹#›</a:t>
            </a:fld>
            <a:endParaRPr lang="en-US"/>
          </a:p>
        </p:txBody>
      </p:sp>
    </p:spTree>
  </p:cSld>
  <p:clrMapOvr>
    <a:masterClrMapping/>
  </p:clrMapOvr>
  <p:transition>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ue or False Question (Answer: True)">
    <p:spTree>
      <p:nvGrpSpPr>
        <p:cNvPr id="1" name=""/>
        <p:cNvGrpSpPr/>
        <p:nvPr/>
      </p:nvGrpSpPr>
      <p:grpSpPr>
        <a:xfrm>
          <a:off x="0" y="0"/>
          <a:ext cx="0" cy="0"/>
          <a:chOff x="0" y="0"/>
          <a:chExt cx="0" cy="0"/>
        </a:xfrm>
      </p:grpSpPr>
      <p:sp>
        <p:nvSpPr>
          <p:cNvPr id="3" name="Answer Base"/>
          <p:cNvSpPr txBox="1"/>
          <p:nvPr userDrawn="1"/>
        </p:nvSpPr>
        <p:spPr>
          <a:xfrm>
            <a:off x="182880" y="1676400"/>
            <a:ext cx="8321040" cy="1828800"/>
          </a:xfrm>
          <a:prstGeom prst="rect">
            <a:avLst/>
          </a:prstGeom>
          <a:noFill/>
        </p:spPr>
        <p:txBody>
          <a:bodyPr/>
          <a:lstStyle/>
          <a:p>
            <a:pPr algn="ctr" fontAlgn="auto">
              <a:spcBef>
                <a:spcPct val="20000"/>
              </a:spcBef>
              <a:spcAft>
                <a:spcPts val="0"/>
              </a:spcAft>
              <a:defRPr/>
            </a:pPr>
            <a:r>
              <a:rPr lang="en-US" sz="7200" dirty="0">
                <a:solidFill>
                  <a:schemeClr val="tx1">
                    <a:alpha val="40000"/>
                  </a:schemeClr>
                </a:solidFill>
                <a:latin typeface="+mn-lt"/>
                <a:cs typeface="+mn-cs"/>
              </a:rPr>
              <a:t>TRUE or FALSE?</a:t>
            </a:r>
          </a:p>
        </p:txBody>
      </p:sp>
      <p:sp>
        <p:nvSpPr>
          <p:cNvPr id="4" name="Answer"/>
          <p:cNvSpPr/>
          <p:nvPr userDrawn="1"/>
        </p:nvSpPr>
        <p:spPr>
          <a:xfrm>
            <a:off x="182880" y="1676400"/>
            <a:ext cx="8321040" cy="1200329"/>
          </a:xfrm>
          <a:prstGeom prst="rect">
            <a:avLst/>
          </a:prstGeom>
        </p:spPr>
        <p:txBody>
          <a:bodyPr>
            <a:spAutoFit/>
          </a:bodyPr>
          <a:lstStyle/>
          <a:p>
            <a:pPr algn="ctr" fontAlgn="auto">
              <a:spcBef>
                <a:spcPct val="20000"/>
              </a:spcBef>
              <a:spcAft>
                <a:spcPts val="0"/>
              </a:spcAft>
              <a:defRPr/>
            </a:pPr>
            <a:r>
              <a:rPr lang="en-US" sz="7200" dirty="0">
                <a:ln w="0">
                  <a:solidFill>
                    <a:srgbClr val="FFFFFF"/>
                  </a:solidFill>
                  <a:prstDash val="solid"/>
                </a:ln>
                <a:gradFill flip="none">
                  <a:gsLst>
                    <a:gs pos="40000">
                      <a:srgbClr val="FA8D3D">
                        <a:shade val="80000"/>
                      </a:srgbClr>
                    </a:gs>
                    <a:gs pos="45000">
                      <a:srgbClr val="FA8D3D">
                        <a:shade val="100000"/>
                      </a:srgbClr>
                    </a:gs>
                  </a:gsLst>
                  <a:lin ang="16200000"/>
                </a:gradFill>
                <a:effectLst>
                  <a:outerShdw blurRad="23036" dist="23036" dir="5400000" algn="tl">
                    <a:srgbClr val="656565">
                      <a:alpha val="65000"/>
                    </a:srgbClr>
                  </a:outerShdw>
                  <a:reflection blurRad="12700" stA="25000" endPos="55000" dist="5000" dir="5400000" sy="-100000" algn="bl" rotWithShape="0"/>
                </a:effectLst>
                <a:latin typeface="+mn-lt"/>
                <a:cs typeface="+mn-cs"/>
              </a:rPr>
              <a:t>TRUE </a:t>
            </a:r>
            <a:r>
              <a:rPr lang="en-US" sz="7200" dirty="0">
                <a:solidFill>
                  <a:prstClr val="white">
                    <a:alpha val="40000"/>
                  </a:prstClr>
                </a:solidFill>
                <a:latin typeface="+mn-lt"/>
                <a:cs typeface="+mn-cs"/>
              </a:rPr>
              <a:t>or FALSE?</a:t>
            </a:r>
            <a:endParaRPr lang="en-US" dirty="0">
              <a:latin typeface="+mn-lt"/>
              <a:cs typeface="+mn-cs"/>
            </a:endParaRPr>
          </a:p>
        </p:txBody>
      </p:sp>
      <p:sp>
        <p:nvSpPr>
          <p:cNvPr id="27" name="Question"/>
          <p:cNvSpPr>
            <a:spLocks noGrp="1"/>
          </p:cNvSpPr>
          <p:nvPr>
            <p:ph type="title"/>
          </p:nvPr>
        </p:nvSpPr>
        <p:spPr>
          <a:xfrm>
            <a:off x="228600" y="457200"/>
            <a:ext cx="8229600" cy="1143000"/>
          </a:xfrm>
        </p:spPr>
        <p:txBody>
          <a:bodyPr rtlCol="0" anchor="ctr"/>
          <a:lstStyle>
            <a:lvl1pPr algn="l">
              <a:defRPr i="1">
                <a:solidFill>
                  <a:schemeClr val="tx1">
                    <a:shade val="75000"/>
                  </a:schemeClr>
                </a:solidFill>
              </a:defRPr>
            </a:lvl1pPr>
            <a:extLst/>
          </a:lstStyle>
          <a:p>
            <a:r>
              <a:rPr lang="en-US"/>
              <a:t>Click to edit Master title style</a:t>
            </a:r>
            <a:endParaRPr lang="en-US" dirty="0"/>
          </a:p>
        </p:txBody>
      </p:sp>
      <p:sp>
        <p:nvSpPr>
          <p:cNvPr id="5" name="Rectangle 3"/>
          <p:cNvSpPr>
            <a:spLocks noGrp="1"/>
          </p:cNvSpPr>
          <p:nvPr>
            <p:ph type="dt" sz="half" idx="10"/>
          </p:nvPr>
        </p:nvSpPr>
        <p:spPr/>
        <p:txBody>
          <a:bodyPr/>
          <a:lstStyle>
            <a:lvl1pPr algn="r">
              <a:defRPr/>
            </a:lvl1pPr>
            <a:extLst/>
          </a:lstStyle>
          <a:p>
            <a:pPr>
              <a:defRPr/>
            </a:pPr>
            <a:fld id="{8E121EA6-F5B0-4414-9069-1DFF05D5E3BF}" type="datetimeFigureOut">
              <a:rPr lang="en-US"/>
              <a:pPr>
                <a:defRPr/>
              </a:pPr>
              <a:t>03-Feb-26</a:t>
            </a:fld>
            <a:endParaRPr lang="en-US"/>
          </a:p>
        </p:txBody>
      </p:sp>
      <p:sp>
        <p:nvSpPr>
          <p:cNvPr id="6" name="Rectangle 4"/>
          <p:cNvSpPr>
            <a:spLocks noGrp="1"/>
          </p:cNvSpPr>
          <p:nvPr>
            <p:ph type="ftr" sz="quarter" idx="11"/>
          </p:nvPr>
        </p:nvSpPr>
        <p:spPr/>
        <p:txBody>
          <a:bodyPr/>
          <a:lstStyle>
            <a:lvl1pPr>
              <a:defRPr/>
            </a:lvl1pPr>
            <a:extLst/>
          </a:lstStyle>
          <a:p>
            <a:pPr>
              <a:defRPr/>
            </a:pPr>
            <a:endParaRPr lang="en-US"/>
          </a:p>
        </p:txBody>
      </p:sp>
      <p:sp>
        <p:nvSpPr>
          <p:cNvPr id="7" name="Rectangle 5"/>
          <p:cNvSpPr>
            <a:spLocks noGrp="1"/>
          </p:cNvSpPr>
          <p:nvPr>
            <p:ph type="sldNum" sz="quarter" idx="12"/>
          </p:nvPr>
        </p:nvSpPr>
        <p:spPr/>
        <p:txBody>
          <a:bodyPr/>
          <a:lstStyle>
            <a:lvl1pPr>
              <a:defRPr/>
            </a:lvl1pPr>
            <a:extLst/>
          </a:lstStyle>
          <a:p>
            <a:pPr>
              <a:defRPr/>
            </a:pPr>
            <a:fld id="{748269A2-C720-4087-AF10-071D731CCD71}" type="slidenum">
              <a:rPr lang="en-US"/>
              <a:pPr>
                <a:defRPr/>
              </a:pPr>
              <a:t>‹#›</a:t>
            </a:fld>
            <a:endParaRPr lang="en-US"/>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3000"/>
                                        <p:tgtEl>
                                          <p:spTgt spid="3"/>
                                        </p:tgtEl>
                                      </p:cBhvr>
                                    </p:animEffect>
                                    <p:set>
                                      <p:cBhvr>
                                        <p:cTn id="7" dur="1" fill="hold">
                                          <p:stCondLst>
                                            <p:cond delay="2999"/>
                                          </p:stCondLst>
                                        </p:cTn>
                                        <p:tgtEl>
                                          <p:spTgt spid="3"/>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ue or False Question (Answer: False)">
    <p:spTree>
      <p:nvGrpSpPr>
        <p:cNvPr id="1" name=""/>
        <p:cNvGrpSpPr/>
        <p:nvPr/>
      </p:nvGrpSpPr>
      <p:grpSpPr>
        <a:xfrm>
          <a:off x="0" y="0"/>
          <a:ext cx="0" cy="0"/>
          <a:chOff x="0" y="0"/>
          <a:chExt cx="0" cy="0"/>
        </a:xfrm>
      </p:grpSpPr>
      <p:sp>
        <p:nvSpPr>
          <p:cNvPr id="3" name="Answer Base"/>
          <p:cNvSpPr txBox="1"/>
          <p:nvPr userDrawn="1"/>
        </p:nvSpPr>
        <p:spPr>
          <a:xfrm>
            <a:off x="228600" y="1600200"/>
            <a:ext cx="8229600" cy="1293926"/>
          </a:xfrm>
          <a:prstGeom prst="rect">
            <a:avLst/>
          </a:prstGeom>
          <a:noFill/>
        </p:spPr>
        <p:txBody>
          <a:bodyPr/>
          <a:lstStyle/>
          <a:p>
            <a:pPr algn="ctr" fontAlgn="auto">
              <a:spcBef>
                <a:spcPct val="20000"/>
              </a:spcBef>
              <a:spcAft>
                <a:spcPts val="0"/>
              </a:spcAft>
              <a:defRPr/>
            </a:pPr>
            <a:r>
              <a:rPr lang="en-US" sz="7200" dirty="0">
                <a:solidFill>
                  <a:schemeClr val="tx1">
                    <a:alpha val="40000"/>
                  </a:schemeClr>
                </a:solidFill>
                <a:latin typeface="+mn-lt"/>
                <a:cs typeface="+mn-cs"/>
              </a:rPr>
              <a:t>TRUE or FALSE?</a:t>
            </a:r>
          </a:p>
        </p:txBody>
      </p:sp>
      <p:sp>
        <p:nvSpPr>
          <p:cNvPr id="4" name="Answer"/>
          <p:cNvSpPr/>
          <p:nvPr userDrawn="1"/>
        </p:nvSpPr>
        <p:spPr>
          <a:xfrm>
            <a:off x="228600" y="1600200"/>
            <a:ext cx="8229600" cy="1200329"/>
          </a:xfrm>
          <a:prstGeom prst="rect">
            <a:avLst/>
          </a:prstGeom>
        </p:spPr>
        <p:txBody>
          <a:bodyPr>
            <a:spAutoFit/>
          </a:bodyPr>
          <a:lstStyle/>
          <a:p>
            <a:pPr algn="ctr" fontAlgn="auto">
              <a:spcBef>
                <a:spcPts val="0"/>
              </a:spcBef>
              <a:spcAft>
                <a:spcPts val="0"/>
              </a:spcAft>
              <a:defRPr/>
            </a:pPr>
            <a:r>
              <a:rPr lang="en-US" sz="7200" dirty="0">
                <a:solidFill>
                  <a:prstClr val="white">
                    <a:alpha val="40000"/>
                  </a:prstClr>
                </a:solidFill>
                <a:latin typeface="+mn-lt"/>
                <a:cs typeface="+mn-cs"/>
              </a:rPr>
              <a:t>TRUE or </a:t>
            </a:r>
            <a:r>
              <a:rPr lang="en-US" sz="7200" dirty="0">
                <a:ln w="0">
                  <a:solidFill>
                    <a:srgbClr val="FFFFFF"/>
                  </a:solidFill>
                  <a:prstDash val="solid"/>
                </a:ln>
                <a:gradFill flip="none">
                  <a:gsLst>
                    <a:gs pos="40000">
                      <a:srgbClr val="FA8D3D">
                        <a:shade val="80000"/>
                      </a:srgbClr>
                    </a:gs>
                    <a:gs pos="45000">
                      <a:srgbClr val="FA8D3D">
                        <a:shade val="100000"/>
                      </a:srgbClr>
                    </a:gs>
                  </a:gsLst>
                  <a:lin ang="16200000"/>
                </a:gradFill>
                <a:effectLst>
                  <a:outerShdw blurRad="23036" dist="23036" dir="5400000" algn="tl">
                    <a:srgbClr val="656565">
                      <a:alpha val="65000"/>
                    </a:srgbClr>
                  </a:outerShdw>
                  <a:reflection blurRad="12700" stA="25000" endPos="55000" dist="5000" dir="5400000" sy="-100000" algn="bl" rotWithShape="0"/>
                </a:effectLst>
                <a:latin typeface="+mn-lt"/>
                <a:cs typeface="+mn-cs"/>
              </a:rPr>
              <a:t>FALSE</a:t>
            </a:r>
            <a:r>
              <a:rPr lang="en-US" sz="7200" dirty="0">
                <a:solidFill>
                  <a:prstClr val="white">
                    <a:alpha val="40000"/>
                  </a:prstClr>
                </a:solidFill>
                <a:latin typeface="+mn-lt"/>
                <a:cs typeface="+mn-cs"/>
              </a:rPr>
              <a:t>?</a:t>
            </a:r>
            <a:endParaRPr lang="en-US" dirty="0">
              <a:latin typeface="+mn-lt"/>
              <a:cs typeface="+mn-cs"/>
            </a:endParaRPr>
          </a:p>
        </p:txBody>
      </p:sp>
      <p:sp>
        <p:nvSpPr>
          <p:cNvPr id="6" name="Question"/>
          <p:cNvSpPr>
            <a:spLocks noGrp="1"/>
          </p:cNvSpPr>
          <p:nvPr>
            <p:ph type="title"/>
          </p:nvPr>
        </p:nvSpPr>
        <p:spPr>
          <a:xfrm>
            <a:off x="228600" y="457200"/>
            <a:ext cx="8229600" cy="1143000"/>
          </a:xfrm>
        </p:spPr>
        <p:txBody>
          <a:bodyPr rtlCol="0" anchor="ctr"/>
          <a:lstStyle>
            <a:lvl1pPr algn="l">
              <a:defRPr i="1">
                <a:solidFill>
                  <a:schemeClr val="tx1">
                    <a:shade val="75000"/>
                  </a:schemeClr>
                </a:solidFill>
              </a:defRPr>
            </a:lvl1pPr>
            <a:extLst/>
          </a:lstStyle>
          <a:p>
            <a:r>
              <a:rPr lang="en-US"/>
              <a:t>Click to edit Master title style</a:t>
            </a:r>
            <a:endParaRPr lang="en-US" dirty="0"/>
          </a:p>
        </p:txBody>
      </p:sp>
      <p:sp>
        <p:nvSpPr>
          <p:cNvPr id="5" name="Rectangle 3"/>
          <p:cNvSpPr>
            <a:spLocks noGrp="1"/>
          </p:cNvSpPr>
          <p:nvPr>
            <p:ph type="dt" sz="half" idx="10"/>
          </p:nvPr>
        </p:nvSpPr>
        <p:spPr/>
        <p:txBody>
          <a:bodyPr/>
          <a:lstStyle>
            <a:lvl1pPr algn="r">
              <a:defRPr/>
            </a:lvl1pPr>
            <a:extLst/>
          </a:lstStyle>
          <a:p>
            <a:pPr>
              <a:defRPr/>
            </a:pPr>
            <a:fld id="{30932708-DC14-40C4-B9D4-B867B5798530}" type="datetimeFigureOut">
              <a:rPr lang="en-US"/>
              <a:pPr>
                <a:defRPr/>
              </a:pPr>
              <a:t>03-Feb-26</a:t>
            </a:fld>
            <a:endParaRPr lang="en-US"/>
          </a:p>
        </p:txBody>
      </p:sp>
      <p:sp>
        <p:nvSpPr>
          <p:cNvPr id="7" name="Rectangle 4"/>
          <p:cNvSpPr>
            <a:spLocks noGrp="1"/>
          </p:cNvSpPr>
          <p:nvPr>
            <p:ph type="ftr" sz="quarter" idx="11"/>
          </p:nvPr>
        </p:nvSpPr>
        <p:spPr/>
        <p:txBody>
          <a:bodyPr/>
          <a:lstStyle>
            <a:lvl1pPr>
              <a:defRPr/>
            </a:lvl1pPr>
            <a:extLst/>
          </a:lstStyle>
          <a:p>
            <a:pPr>
              <a:defRPr/>
            </a:pPr>
            <a:endParaRPr lang="en-US"/>
          </a:p>
        </p:txBody>
      </p:sp>
      <p:sp>
        <p:nvSpPr>
          <p:cNvPr id="8" name="Rectangle 5"/>
          <p:cNvSpPr>
            <a:spLocks noGrp="1"/>
          </p:cNvSpPr>
          <p:nvPr>
            <p:ph type="sldNum" sz="quarter" idx="12"/>
          </p:nvPr>
        </p:nvSpPr>
        <p:spPr/>
        <p:txBody>
          <a:bodyPr/>
          <a:lstStyle>
            <a:lvl1pPr>
              <a:defRPr/>
            </a:lvl1pPr>
            <a:extLst/>
          </a:lstStyle>
          <a:p>
            <a:pPr>
              <a:defRPr/>
            </a:pPr>
            <a:fld id="{47C3AA1D-193D-4DF8-9288-F283BCF42BDB}" type="slidenum">
              <a:rPr lang="en-US"/>
              <a:pPr>
                <a:defRPr/>
              </a:pPr>
              <a:t>‹#›</a:t>
            </a:fld>
            <a:endParaRPr lang="en-US"/>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3000"/>
                                        <p:tgtEl>
                                          <p:spTgt spid="3"/>
                                        </p:tgtEl>
                                      </p:cBhvr>
                                    </p:animEffect>
                                    <p:set>
                                      <p:cBhvr>
                                        <p:cTn id="7" dur="1" fill="hold">
                                          <p:stCondLst>
                                            <p:cond delay="2999"/>
                                          </p:stCondLst>
                                        </p:cTn>
                                        <p:tgtEl>
                                          <p:spTgt spid="3"/>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Item Match Up">
    <p:spTree>
      <p:nvGrpSpPr>
        <p:cNvPr id="1" name=""/>
        <p:cNvGrpSpPr/>
        <p:nvPr/>
      </p:nvGrpSpPr>
      <p:grpSpPr>
        <a:xfrm>
          <a:off x="0" y="0"/>
          <a:ext cx="0" cy="0"/>
          <a:chOff x="0" y="0"/>
          <a:chExt cx="0" cy="0"/>
        </a:xfrm>
      </p:grpSpPr>
      <p:cxnSp>
        <p:nvCxnSpPr>
          <p:cNvPr id="20" name="Straight Connector 23"/>
          <p:cNvCxnSpPr>
            <a:stCxn id="0" idx="3"/>
          </p:cNvCxnSpPr>
          <p:nvPr/>
        </p:nvCxnSpPr>
        <p:spPr>
          <a:xfrm>
            <a:off x="3886200" y="2286000"/>
            <a:ext cx="914400" cy="1828800"/>
          </a:xfrm>
          <a:prstGeom prst="line">
            <a:avLst/>
          </a:prstGeom>
          <a:ln w="19050" cap="flat" cmpd="sng" algn="ctr">
            <a:solidFill>
              <a:schemeClr val="accent4">
                <a:shade val="50000"/>
              </a:schemeClr>
            </a:solidFill>
            <a:prstDash val="solid"/>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22" name="Straight Connector 21"/>
          <p:cNvCxnSpPr>
            <a:stCxn id="0" idx="3"/>
            <a:endCxn id="0" idx="1"/>
          </p:cNvCxnSpPr>
          <p:nvPr/>
        </p:nvCxnSpPr>
        <p:spPr>
          <a:xfrm>
            <a:off x="3886200" y="3200400"/>
            <a:ext cx="914400" cy="1828800"/>
          </a:xfrm>
          <a:prstGeom prst="line">
            <a:avLst/>
          </a:prstGeom>
          <a:ln w="19050" cap="flat" cmpd="sng" algn="ctr">
            <a:solidFill>
              <a:schemeClr val="accent4">
                <a:shade val="50000"/>
              </a:schemeClr>
            </a:solidFill>
            <a:prstDash val="solid"/>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23" name="Straight Connector 23"/>
          <p:cNvCxnSpPr>
            <a:stCxn id="0" idx="3"/>
            <a:endCxn id="0" idx="1"/>
          </p:cNvCxnSpPr>
          <p:nvPr/>
        </p:nvCxnSpPr>
        <p:spPr>
          <a:xfrm flipV="1">
            <a:off x="3886200" y="3200400"/>
            <a:ext cx="914400" cy="914400"/>
          </a:xfrm>
          <a:prstGeom prst="line">
            <a:avLst/>
          </a:prstGeom>
          <a:ln w="19050" cap="flat" cmpd="sng" algn="ctr">
            <a:solidFill>
              <a:schemeClr val="accent4">
                <a:shade val="50000"/>
              </a:schemeClr>
            </a:solidFill>
            <a:prstDash val="solid"/>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24" name="Straight Connector 23"/>
          <p:cNvCxnSpPr>
            <a:stCxn id="14" idx="3"/>
            <a:endCxn id="21" idx="1"/>
          </p:cNvCxnSpPr>
          <p:nvPr/>
        </p:nvCxnSpPr>
        <p:spPr>
          <a:xfrm>
            <a:off x="3886200" y="5029200"/>
            <a:ext cx="914400" cy="914400"/>
          </a:xfrm>
          <a:prstGeom prst="line">
            <a:avLst/>
          </a:prstGeom>
          <a:ln w="19050" cap="flat" cmpd="sng" algn="ctr">
            <a:solidFill>
              <a:schemeClr val="accent4">
                <a:shade val="50000"/>
              </a:schemeClr>
            </a:solidFill>
            <a:prstDash val="solid"/>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25" name="Straight Connector 23"/>
          <p:cNvCxnSpPr>
            <a:stCxn id="10" idx="3"/>
            <a:endCxn id="0" idx="1"/>
          </p:cNvCxnSpPr>
          <p:nvPr/>
        </p:nvCxnSpPr>
        <p:spPr>
          <a:xfrm flipV="1">
            <a:off x="3886200" y="2286000"/>
            <a:ext cx="914400" cy="3657600"/>
          </a:xfrm>
          <a:prstGeom prst="line">
            <a:avLst/>
          </a:prstGeom>
          <a:ln w="19050" cap="flat" cmpd="sng" algn="ctr">
            <a:solidFill>
              <a:schemeClr val="accent4">
                <a:shade val="50000"/>
              </a:schemeClr>
            </a:solidFill>
            <a:prstDash val="solid"/>
            <a:headEnd type="none" w="med" len="med"/>
            <a:tailEnd type="none" w="med" len="med"/>
          </a:ln>
        </p:spPr>
        <p:style>
          <a:lnRef idx="3">
            <a:schemeClr val="accent6"/>
          </a:lnRef>
          <a:fillRef idx="0">
            <a:schemeClr val="accent6"/>
          </a:fillRef>
          <a:effectRef idx="2">
            <a:schemeClr val="accent6"/>
          </a:effectRef>
          <a:fontRef idx="minor">
            <a:schemeClr val="tx1"/>
          </a:fontRef>
        </p:style>
      </p:cxnSp>
      <p:sp>
        <p:nvSpPr>
          <p:cNvPr id="16" name="Rectangle 7"/>
          <p:cNvSpPr>
            <a:spLocks noGrp="1"/>
          </p:cNvSpPr>
          <p:nvPr>
            <p:ph type="body" sz="quarter" idx="13"/>
          </p:nvPr>
        </p:nvSpPr>
        <p:spPr>
          <a:xfrm>
            <a:off x="914400" y="2057400"/>
            <a:ext cx="2971800" cy="457200"/>
          </a:xfrm>
          <a:prstGeom prst="roundRect">
            <a:avLst>
              <a:gd name="adj" fmla="val 16667"/>
            </a:avLst>
          </a:prstGeom>
        </p:spPr>
        <p:style>
          <a:lnRef idx="1">
            <a:schemeClr val="accent2"/>
          </a:lnRef>
          <a:fillRef idx="3">
            <a:schemeClr val="accent2"/>
          </a:fillRef>
          <a:effectRef idx="3">
            <a:schemeClr val="accent2"/>
          </a:effectRef>
          <a:fontRef idx="minor">
            <a:schemeClr val="lt1"/>
          </a:fontRef>
        </p:style>
        <p:txBody>
          <a:bodyPr anchor="ctr"/>
          <a:lstStyle>
            <a:lvl1pPr algn="ctr">
              <a:buFontTx/>
              <a:buNone/>
              <a:defRPr/>
            </a:lvl1pPr>
            <a:lvl2pPr>
              <a:buFontTx/>
              <a:buChar char="•"/>
              <a:defRPr/>
            </a:lvl2pPr>
            <a:lvl3pPr>
              <a:buFontTx/>
              <a:buChar char="•"/>
              <a:defRPr/>
            </a:lvl3pPr>
            <a:lvl4pPr>
              <a:buFontTx/>
              <a:buChar char="•"/>
              <a:defRPr/>
            </a:lvl4pPr>
            <a:lvl5pPr>
              <a:buFontTx/>
              <a:buChar char="•"/>
              <a:defRPr/>
            </a:lvl5pPr>
            <a:extLst/>
          </a:lstStyle>
          <a:p>
            <a:pPr lvl="0"/>
            <a:r>
              <a:rPr lang="en-US"/>
              <a:t>Click to edit Master text styles</a:t>
            </a:r>
          </a:p>
        </p:txBody>
      </p:sp>
      <p:sp>
        <p:nvSpPr>
          <p:cNvPr id="12" name="Rectangle 7"/>
          <p:cNvSpPr>
            <a:spLocks noGrp="1"/>
          </p:cNvSpPr>
          <p:nvPr>
            <p:ph type="body" sz="quarter" idx="14"/>
          </p:nvPr>
        </p:nvSpPr>
        <p:spPr>
          <a:xfrm>
            <a:off x="914400" y="2971800"/>
            <a:ext cx="2971800" cy="457200"/>
          </a:xfrm>
          <a:prstGeom prst="roundRect">
            <a:avLst>
              <a:gd name="adj" fmla="val 16667"/>
            </a:avLst>
          </a:prstGeom>
        </p:spPr>
        <p:style>
          <a:lnRef idx="1">
            <a:schemeClr val="accent2"/>
          </a:lnRef>
          <a:fillRef idx="3">
            <a:schemeClr val="accent2"/>
          </a:fillRef>
          <a:effectRef idx="3">
            <a:schemeClr val="accent2"/>
          </a:effectRef>
          <a:fontRef idx="minor">
            <a:schemeClr val="lt1"/>
          </a:fontRef>
        </p:style>
        <p:txBody>
          <a:bodyPr anchor="ctr"/>
          <a:lstStyle>
            <a:lvl1pPr algn="ctr">
              <a:buFontTx/>
              <a:buNone/>
              <a:defRPr/>
            </a:lvl1pPr>
            <a:lvl2pPr>
              <a:buFontTx/>
              <a:buChar char="•"/>
              <a:defRPr/>
            </a:lvl2pPr>
            <a:lvl3pPr>
              <a:buFontTx/>
              <a:buChar char="•"/>
              <a:defRPr/>
            </a:lvl3pPr>
            <a:lvl4pPr>
              <a:buFontTx/>
              <a:buChar char="•"/>
              <a:defRPr/>
            </a:lvl4pPr>
            <a:lvl5pPr>
              <a:buFontTx/>
              <a:buChar char="•"/>
              <a:defRPr/>
            </a:lvl5pPr>
            <a:extLst/>
          </a:lstStyle>
          <a:p>
            <a:pPr lvl="0"/>
            <a:r>
              <a:rPr lang="en-US"/>
              <a:t>Click to edit Master text styles</a:t>
            </a:r>
          </a:p>
        </p:txBody>
      </p:sp>
      <p:sp>
        <p:nvSpPr>
          <p:cNvPr id="13" name="Rectangle 7"/>
          <p:cNvSpPr>
            <a:spLocks noGrp="1"/>
          </p:cNvSpPr>
          <p:nvPr>
            <p:ph type="body" sz="quarter" idx="15"/>
          </p:nvPr>
        </p:nvSpPr>
        <p:spPr>
          <a:xfrm>
            <a:off x="914400" y="3886200"/>
            <a:ext cx="2971800" cy="457200"/>
          </a:xfrm>
          <a:prstGeom prst="roundRect">
            <a:avLst>
              <a:gd name="adj" fmla="val 16667"/>
            </a:avLst>
          </a:prstGeom>
        </p:spPr>
        <p:style>
          <a:lnRef idx="1">
            <a:schemeClr val="accent2"/>
          </a:lnRef>
          <a:fillRef idx="3">
            <a:schemeClr val="accent2"/>
          </a:fillRef>
          <a:effectRef idx="3">
            <a:schemeClr val="accent2"/>
          </a:effectRef>
          <a:fontRef idx="minor">
            <a:schemeClr val="lt1"/>
          </a:fontRef>
        </p:style>
        <p:txBody>
          <a:bodyPr anchor="ctr"/>
          <a:lstStyle>
            <a:lvl1pPr algn="ctr">
              <a:buFontTx/>
              <a:buNone/>
              <a:defRPr/>
            </a:lvl1pPr>
            <a:lvl2pPr>
              <a:buFontTx/>
              <a:buChar char="•"/>
              <a:defRPr/>
            </a:lvl2pPr>
            <a:lvl3pPr>
              <a:buFontTx/>
              <a:buChar char="•"/>
              <a:defRPr/>
            </a:lvl3pPr>
            <a:lvl4pPr>
              <a:buFontTx/>
              <a:buChar char="•"/>
              <a:defRPr/>
            </a:lvl4pPr>
            <a:lvl5pPr>
              <a:buFontTx/>
              <a:buChar char="•"/>
              <a:defRPr/>
            </a:lvl5pPr>
            <a:extLst/>
          </a:lstStyle>
          <a:p>
            <a:pPr lvl="0"/>
            <a:r>
              <a:rPr lang="en-US"/>
              <a:t>Click to edit Master text styles</a:t>
            </a:r>
          </a:p>
        </p:txBody>
      </p:sp>
      <p:sp>
        <p:nvSpPr>
          <p:cNvPr id="14" name="Rectangle 7"/>
          <p:cNvSpPr>
            <a:spLocks noGrp="1"/>
          </p:cNvSpPr>
          <p:nvPr>
            <p:ph type="body" sz="quarter" idx="16"/>
          </p:nvPr>
        </p:nvSpPr>
        <p:spPr>
          <a:xfrm>
            <a:off x="914400" y="4800600"/>
            <a:ext cx="2971800" cy="457200"/>
          </a:xfrm>
          <a:prstGeom prst="roundRect">
            <a:avLst>
              <a:gd name="adj" fmla="val 16667"/>
            </a:avLst>
          </a:prstGeom>
        </p:spPr>
        <p:style>
          <a:lnRef idx="1">
            <a:schemeClr val="accent2"/>
          </a:lnRef>
          <a:fillRef idx="3">
            <a:schemeClr val="accent2"/>
          </a:fillRef>
          <a:effectRef idx="3">
            <a:schemeClr val="accent2"/>
          </a:effectRef>
          <a:fontRef idx="minor">
            <a:schemeClr val="lt1"/>
          </a:fontRef>
        </p:style>
        <p:txBody>
          <a:bodyPr anchor="ctr"/>
          <a:lstStyle>
            <a:lvl1pPr algn="ctr">
              <a:buFontTx/>
              <a:buNone/>
              <a:defRPr/>
            </a:lvl1pPr>
            <a:lvl2pPr>
              <a:buFontTx/>
              <a:buChar char="•"/>
              <a:defRPr/>
            </a:lvl2pPr>
            <a:lvl3pPr>
              <a:buFontTx/>
              <a:buChar char="•"/>
              <a:defRPr/>
            </a:lvl3pPr>
            <a:lvl4pPr>
              <a:buFontTx/>
              <a:buChar char="•"/>
              <a:defRPr/>
            </a:lvl4pPr>
            <a:lvl5pPr>
              <a:buFontTx/>
              <a:buChar char="•"/>
              <a:defRPr/>
            </a:lvl5pPr>
            <a:extLst/>
          </a:lstStyle>
          <a:p>
            <a:pPr lvl="0"/>
            <a:r>
              <a:rPr lang="en-US"/>
              <a:t>Click to edit Master text styles</a:t>
            </a:r>
          </a:p>
        </p:txBody>
      </p:sp>
      <p:sp>
        <p:nvSpPr>
          <p:cNvPr id="10" name="Rectangle 7"/>
          <p:cNvSpPr>
            <a:spLocks noGrp="1"/>
          </p:cNvSpPr>
          <p:nvPr>
            <p:ph type="body" sz="quarter" idx="17"/>
          </p:nvPr>
        </p:nvSpPr>
        <p:spPr>
          <a:xfrm>
            <a:off x="914400" y="5715000"/>
            <a:ext cx="2971800" cy="457200"/>
          </a:xfrm>
          <a:prstGeom prst="roundRect">
            <a:avLst>
              <a:gd name="adj" fmla="val 16667"/>
            </a:avLst>
          </a:prstGeom>
        </p:spPr>
        <p:style>
          <a:lnRef idx="1">
            <a:schemeClr val="accent2"/>
          </a:lnRef>
          <a:fillRef idx="3">
            <a:schemeClr val="accent2"/>
          </a:fillRef>
          <a:effectRef idx="3">
            <a:schemeClr val="accent2"/>
          </a:effectRef>
          <a:fontRef idx="minor">
            <a:schemeClr val="lt1"/>
          </a:fontRef>
        </p:style>
        <p:txBody>
          <a:bodyPr anchor="ctr"/>
          <a:lstStyle>
            <a:lvl1pPr algn="ctr">
              <a:buFontTx/>
              <a:buNone/>
              <a:defRPr/>
            </a:lvl1pPr>
            <a:lvl2pPr>
              <a:buFontTx/>
              <a:buChar char="•"/>
              <a:defRPr/>
            </a:lvl2pPr>
            <a:lvl3pPr>
              <a:buFontTx/>
              <a:buChar char="•"/>
              <a:defRPr/>
            </a:lvl3pPr>
            <a:lvl4pPr>
              <a:buFontTx/>
              <a:buChar char="•"/>
              <a:defRPr/>
            </a:lvl4pPr>
            <a:lvl5pPr>
              <a:buFontTx/>
              <a:buChar char="•"/>
              <a:defRPr/>
            </a:lvl5pPr>
            <a:extLst/>
          </a:lstStyle>
          <a:p>
            <a:pPr lvl="0"/>
            <a:r>
              <a:rPr lang="en-US"/>
              <a:t>Click to edit Master text styles</a:t>
            </a:r>
          </a:p>
        </p:txBody>
      </p:sp>
      <p:sp>
        <p:nvSpPr>
          <p:cNvPr id="15" name="Rectangle 7"/>
          <p:cNvSpPr>
            <a:spLocks noGrp="1"/>
          </p:cNvSpPr>
          <p:nvPr>
            <p:ph type="body" sz="quarter" idx="18"/>
          </p:nvPr>
        </p:nvSpPr>
        <p:spPr>
          <a:xfrm>
            <a:off x="4800600" y="2057400"/>
            <a:ext cx="2971800" cy="457200"/>
          </a:xfrm>
          <a:prstGeom prst="roundRect">
            <a:avLst>
              <a:gd name="adj" fmla="val 16667"/>
            </a:avLst>
          </a:prstGeom>
        </p:spPr>
        <p:style>
          <a:lnRef idx="1">
            <a:schemeClr val="accent4"/>
          </a:lnRef>
          <a:fillRef idx="3">
            <a:schemeClr val="accent4"/>
          </a:fillRef>
          <a:effectRef idx="3">
            <a:schemeClr val="accent4"/>
          </a:effectRef>
          <a:fontRef idx="minor">
            <a:schemeClr val="lt1"/>
          </a:fontRef>
        </p:style>
        <p:txBody>
          <a:bodyPr anchor="ctr"/>
          <a:lstStyle>
            <a:lvl1pPr algn="ctr">
              <a:buFontTx/>
              <a:buNone/>
              <a:defRPr/>
            </a:lvl1pPr>
            <a:lvl2pPr>
              <a:buFontTx/>
              <a:buChar char="•"/>
              <a:defRPr/>
            </a:lvl2pPr>
            <a:lvl3pPr>
              <a:buFontTx/>
              <a:buChar char="•"/>
              <a:defRPr/>
            </a:lvl3pPr>
            <a:lvl4pPr>
              <a:buFontTx/>
              <a:buChar char="•"/>
              <a:defRPr/>
            </a:lvl4pPr>
            <a:lvl5pPr>
              <a:buFontTx/>
              <a:buChar char="•"/>
              <a:defRPr/>
            </a:lvl5pPr>
            <a:extLst/>
          </a:lstStyle>
          <a:p>
            <a:pPr lvl="0"/>
            <a:r>
              <a:rPr lang="en-US"/>
              <a:t>Click to edit Master text styles</a:t>
            </a:r>
          </a:p>
        </p:txBody>
      </p:sp>
      <p:sp>
        <p:nvSpPr>
          <p:cNvPr id="17" name="Rectangle 7"/>
          <p:cNvSpPr>
            <a:spLocks noGrp="1"/>
          </p:cNvSpPr>
          <p:nvPr>
            <p:ph type="body" sz="quarter" idx="19"/>
          </p:nvPr>
        </p:nvSpPr>
        <p:spPr>
          <a:xfrm>
            <a:off x="4800600" y="2971800"/>
            <a:ext cx="2971800" cy="457200"/>
          </a:xfrm>
          <a:prstGeom prst="roundRect">
            <a:avLst>
              <a:gd name="adj" fmla="val 16667"/>
            </a:avLst>
          </a:prstGeom>
        </p:spPr>
        <p:style>
          <a:lnRef idx="1">
            <a:schemeClr val="accent4"/>
          </a:lnRef>
          <a:fillRef idx="3">
            <a:schemeClr val="accent4"/>
          </a:fillRef>
          <a:effectRef idx="3">
            <a:schemeClr val="accent4"/>
          </a:effectRef>
          <a:fontRef idx="minor">
            <a:schemeClr val="lt1"/>
          </a:fontRef>
        </p:style>
        <p:txBody>
          <a:bodyPr anchor="ctr"/>
          <a:lstStyle>
            <a:lvl1pPr algn="ctr">
              <a:buFontTx/>
              <a:buNone/>
              <a:defRPr/>
            </a:lvl1pPr>
            <a:lvl2pPr>
              <a:buFontTx/>
              <a:buChar char="•"/>
              <a:defRPr/>
            </a:lvl2pPr>
            <a:lvl3pPr>
              <a:buFontTx/>
              <a:buChar char="•"/>
              <a:defRPr/>
            </a:lvl3pPr>
            <a:lvl4pPr>
              <a:buFontTx/>
              <a:buChar char="•"/>
              <a:defRPr/>
            </a:lvl4pPr>
            <a:lvl5pPr>
              <a:buFontTx/>
              <a:buChar char="•"/>
              <a:defRPr/>
            </a:lvl5pPr>
            <a:extLst/>
          </a:lstStyle>
          <a:p>
            <a:pPr lvl="0"/>
            <a:r>
              <a:rPr lang="en-US"/>
              <a:t>Click to edit Master text styles</a:t>
            </a:r>
          </a:p>
        </p:txBody>
      </p:sp>
      <p:sp>
        <p:nvSpPr>
          <p:cNvPr id="18" name="Rectangle 7"/>
          <p:cNvSpPr>
            <a:spLocks noGrp="1"/>
          </p:cNvSpPr>
          <p:nvPr>
            <p:ph type="body" sz="quarter" idx="20"/>
          </p:nvPr>
        </p:nvSpPr>
        <p:spPr>
          <a:xfrm>
            <a:off x="4800600" y="3886200"/>
            <a:ext cx="2971800" cy="457200"/>
          </a:xfrm>
          <a:prstGeom prst="roundRect">
            <a:avLst>
              <a:gd name="adj" fmla="val 16667"/>
            </a:avLst>
          </a:prstGeom>
        </p:spPr>
        <p:style>
          <a:lnRef idx="1">
            <a:schemeClr val="accent4"/>
          </a:lnRef>
          <a:fillRef idx="3">
            <a:schemeClr val="accent4"/>
          </a:fillRef>
          <a:effectRef idx="3">
            <a:schemeClr val="accent4"/>
          </a:effectRef>
          <a:fontRef idx="minor">
            <a:schemeClr val="lt1"/>
          </a:fontRef>
        </p:style>
        <p:txBody>
          <a:bodyPr anchor="ctr"/>
          <a:lstStyle>
            <a:lvl1pPr algn="ctr">
              <a:buFontTx/>
              <a:buNone/>
              <a:defRPr/>
            </a:lvl1pPr>
            <a:lvl2pPr>
              <a:buFontTx/>
              <a:buChar char="•"/>
              <a:defRPr/>
            </a:lvl2pPr>
            <a:lvl3pPr>
              <a:buFontTx/>
              <a:buChar char="•"/>
              <a:defRPr/>
            </a:lvl3pPr>
            <a:lvl4pPr>
              <a:buFontTx/>
              <a:buChar char="•"/>
              <a:defRPr/>
            </a:lvl4pPr>
            <a:lvl5pPr>
              <a:buFontTx/>
              <a:buChar char="•"/>
              <a:defRPr/>
            </a:lvl5pPr>
            <a:extLst/>
          </a:lstStyle>
          <a:p>
            <a:pPr lvl="0"/>
            <a:r>
              <a:rPr lang="en-US"/>
              <a:t>Click to edit Master text styles</a:t>
            </a:r>
          </a:p>
        </p:txBody>
      </p:sp>
      <p:sp>
        <p:nvSpPr>
          <p:cNvPr id="19" name="Rectangle 7"/>
          <p:cNvSpPr>
            <a:spLocks noGrp="1"/>
          </p:cNvSpPr>
          <p:nvPr>
            <p:ph type="body" sz="quarter" idx="21"/>
          </p:nvPr>
        </p:nvSpPr>
        <p:spPr>
          <a:xfrm>
            <a:off x="4800600" y="4800600"/>
            <a:ext cx="2971800" cy="457200"/>
          </a:xfrm>
          <a:prstGeom prst="roundRect">
            <a:avLst>
              <a:gd name="adj" fmla="val 16667"/>
            </a:avLst>
          </a:prstGeom>
        </p:spPr>
        <p:style>
          <a:lnRef idx="1">
            <a:schemeClr val="accent4"/>
          </a:lnRef>
          <a:fillRef idx="3">
            <a:schemeClr val="accent4"/>
          </a:fillRef>
          <a:effectRef idx="3">
            <a:schemeClr val="accent4"/>
          </a:effectRef>
          <a:fontRef idx="minor">
            <a:schemeClr val="lt1"/>
          </a:fontRef>
        </p:style>
        <p:txBody>
          <a:bodyPr anchor="ctr"/>
          <a:lstStyle>
            <a:lvl1pPr algn="ctr">
              <a:buFontTx/>
              <a:buNone/>
              <a:defRPr/>
            </a:lvl1pPr>
            <a:lvl2pPr>
              <a:buFontTx/>
              <a:buChar char="•"/>
              <a:defRPr/>
            </a:lvl2pPr>
            <a:lvl3pPr>
              <a:buFontTx/>
              <a:buChar char="•"/>
              <a:defRPr/>
            </a:lvl3pPr>
            <a:lvl4pPr>
              <a:buFontTx/>
              <a:buChar char="•"/>
              <a:defRPr/>
            </a:lvl4pPr>
            <a:lvl5pPr>
              <a:buFontTx/>
              <a:buChar char="•"/>
              <a:defRPr/>
            </a:lvl5pPr>
            <a:extLst/>
          </a:lstStyle>
          <a:p>
            <a:pPr lvl="0"/>
            <a:r>
              <a:rPr lang="en-US"/>
              <a:t>Click to edit Master text styles</a:t>
            </a:r>
          </a:p>
        </p:txBody>
      </p:sp>
      <p:sp>
        <p:nvSpPr>
          <p:cNvPr id="21" name="Rectangle 7"/>
          <p:cNvSpPr>
            <a:spLocks noGrp="1"/>
          </p:cNvSpPr>
          <p:nvPr>
            <p:ph type="body" sz="quarter" idx="22"/>
          </p:nvPr>
        </p:nvSpPr>
        <p:spPr>
          <a:xfrm>
            <a:off x="4800600" y="5715000"/>
            <a:ext cx="2971800" cy="457200"/>
          </a:xfrm>
          <a:prstGeom prst="roundRect">
            <a:avLst>
              <a:gd name="adj" fmla="val 16667"/>
            </a:avLst>
          </a:prstGeom>
        </p:spPr>
        <p:style>
          <a:lnRef idx="1">
            <a:schemeClr val="accent4"/>
          </a:lnRef>
          <a:fillRef idx="3">
            <a:schemeClr val="accent4"/>
          </a:fillRef>
          <a:effectRef idx="3">
            <a:schemeClr val="accent4"/>
          </a:effectRef>
          <a:fontRef idx="minor">
            <a:schemeClr val="lt1"/>
          </a:fontRef>
        </p:style>
        <p:txBody>
          <a:bodyPr anchor="ctr"/>
          <a:lstStyle>
            <a:lvl1pPr algn="ctr">
              <a:buFontTx/>
              <a:buNone/>
              <a:defRPr/>
            </a:lvl1pPr>
            <a:lvl2pPr>
              <a:buFontTx/>
              <a:buChar char="•"/>
              <a:defRPr/>
            </a:lvl2pPr>
            <a:lvl3pPr>
              <a:buFontTx/>
              <a:buChar char="•"/>
              <a:defRPr/>
            </a:lvl3pPr>
            <a:lvl4pPr>
              <a:buFontTx/>
              <a:buChar char="•"/>
              <a:defRPr/>
            </a:lvl4pPr>
            <a:lvl5pPr>
              <a:buFontTx/>
              <a:buChar char="•"/>
              <a:defRPr/>
            </a:lvl5pPr>
            <a:extLst/>
          </a:lstStyle>
          <a:p>
            <a:pPr lvl="0"/>
            <a:r>
              <a:rPr lang="en-US"/>
              <a:t>Click to edit Master text styles</a:t>
            </a:r>
          </a:p>
        </p:txBody>
      </p:sp>
      <p:sp>
        <p:nvSpPr>
          <p:cNvPr id="11" name="Rectangle 2"/>
          <p:cNvSpPr>
            <a:spLocks noGrp="1"/>
          </p:cNvSpPr>
          <p:nvPr>
            <p:ph type="title"/>
          </p:nvPr>
        </p:nvSpPr>
        <p:spPr/>
        <p:txBody>
          <a:bodyPr/>
          <a:lstStyle>
            <a:lvl1pPr algn="l">
              <a:defRPr i="1" baseline="0"/>
            </a:lvl1pPr>
            <a:extLst/>
          </a:lstStyle>
          <a:p>
            <a:r>
              <a:rPr lang="en-US"/>
              <a:t>Click to edit Master title style</a:t>
            </a:r>
            <a:endParaRPr lang="en-US" dirty="0"/>
          </a:p>
        </p:txBody>
      </p:sp>
      <p:sp>
        <p:nvSpPr>
          <p:cNvPr id="26" name="Rectangle 4"/>
          <p:cNvSpPr>
            <a:spLocks noGrp="1"/>
          </p:cNvSpPr>
          <p:nvPr>
            <p:ph type="ftr" sz="quarter" idx="23"/>
          </p:nvPr>
        </p:nvSpPr>
        <p:spPr/>
        <p:txBody>
          <a:bodyPr/>
          <a:lstStyle>
            <a:lvl1pPr>
              <a:defRPr/>
            </a:lvl1pPr>
            <a:extLst/>
          </a:lstStyle>
          <a:p>
            <a:pPr>
              <a:defRPr/>
            </a:pPr>
            <a:endParaRPr lang="en-US"/>
          </a:p>
        </p:txBody>
      </p:sp>
      <p:sp>
        <p:nvSpPr>
          <p:cNvPr id="27" name="Rectangle 3"/>
          <p:cNvSpPr>
            <a:spLocks noGrp="1"/>
          </p:cNvSpPr>
          <p:nvPr>
            <p:ph type="dt" sz="half" idx="24"/>
          </p:nvPr>
        </p:nvSpPr>
        <p:spPr/>
        <p:txBody>
          <a:bodyPr/>
          <a:lstStyle>
            <a:lvl1pPr algn="r">
              <a:defRPr/>
            </a:lvl1pPr>
            <a:extLst/>
          </a:lstStyle>
          <a:p>
            <a:pPr>
              <a:defRPr/>
            </a:pPr>
            <a:fld id="{6CCF7E79-D7BA-47E7-941A-4D31838EF343}" type="datetimeFigureOut">
              <a:rPr lang="en-US"/>
              <a:pPr>
                <a:defRPr/>
              </a:pPr>
              <a:t>03-Feb-26</a:t>
            </a:fld>
            <a:endParaRPr lang="en-US"/>
          </a:p>
        </p:txBody>
      </p:sp>
      <p:sp>
        <p:nvSpPr>
          <p:cNvPr id="28" name="Rectangle 5"/>
          <p:cNvSpPr>
            <a:spLocks noGrp="1"/>
          </p:cNvSpPr>
          <p:nvPr>
            <p:ph type="sldNum" sz="quarter" idx="25"/>
          </p:nvPr>
        </p:nvSpPr>
        <p:spPr/>
        <p:txBody>
          <a:bodyPr/>
          <a:lstStyle>
            <a:lvl1pPr>
              <a:defRPr/>
            </a:lvl1pPr>
            <a:extLst/>
          </a:lstStyle>
          <a:p>
            <a:pPr>
              <a:defRPr/>
            </a:pPr>
            <a:fld id="{50244713-3C06-45FA-9D45-9558866576D4}" type="slidenum">
              <a:rPr lang="en-US"/>
              <a:pPr>
                <a:defRPr/>
              </a:pPr>
              <a:t>‹#›</a:t>
            </a:fld>
            <a:endParaRPr lang="en-US"/>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904875" y="3648075"/>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904875" y="3648075"/>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0" name="Oval 28"/>
          <p:cNvSpPr/>
          <p:nvPr userDrawn="1"/>
        </p:nvSpPr>
        <p:spPr>
          <a:xfrm>
            <a:off x="8572500" y="6038850"/>
            <a:ext cx="152400" cy="152400"/>
          </a:xfrm>
          <a:prstGeom prst="ellipse">
            <a:avLst/>
          </a:prstGeom>
          <a:effectLst/>
        </p:spPr>
        <p:style>
          <a:lnRef idx="1">
            <a:schemeClr val="accent6"/>
          </a:lnRef>
          <a:fillRef idx="3">
            <a:schemeClr val="accent6"/>
          </a:fillRef>
          <a:effectRef idx="3">
            <a:schemeClr val="accent6"/>
          </a:effectRef>
          <a:fontRef idx="minor">
            <a:schemeClr val="lt1"/>
          </a:fontRef>
        </p:style>
        <p:txBody>
          <a:bodyPr anchor="ctr"/>
          <a:lstStyle/>
          <a:p>
            <a:pPr algn="ctr" fontAlgn="auto">
              <a:spcBef>
                <a:spcPts val="0"/>
              </a:spcBef>
              <a:spcAft>
                <a:spcPts val="0"/>
              </a:spcAft>
              <a:defRPr/>
            </a:pPr>
            <a:endParaRPr lang="en-US" dirty="0"/>
          </a:p>
        </p:txBody>
      </p:sp>
      <p:sp>
        <p:nvSpPr>
          <p:cNvPr id="11" name="Oval 28"/>
          <p:cNvSpPr/>
          <p:nvPr userDrawn="1"/>
        </p:nvSpPr>
        <p:spPr>
          <a:xfrm>
            <a:off x="8572500" y="6324600"/>
            <a:ext cx="152400" cy="152400"/>
          </a:xfrm>
          <a:prstGeom prst="ellipse">
            <a:avLst/>
          </a:prstGeom>
          <a:effectLst/>
        </p:spPr>
        <p:style>
          <a:lnRef idx="1">
            <a:schemeClr val="accent4"/>
          </a:lnRef>
          <a:fillRef idx="3">
            <a:schemeClr val="accent4"/>
          </a:fillRef>
          <a:effectRef idx="3">
            <a:schemeClr val="accent4"/>
          </a:effectRef>
          <a:fontRef idx="minor">
            <a:schemeClr val="lt1"/>
          </a:fontRef>
        </p:style>
        <p:txBody>
          <a:bodyPr anchor="ctr"/>
          <a:lstStyle/>
          <a:p>
            <a:pPr algn="ctr" fontAlgn="auto">
              <a:spcBef>
                <a:spcPts val="0"/>
              </a:spcBef>
              <a:spcAft>
                <a:spcPts val="0"/>
              </a:spcAft>
              <a:defRPr/>
            </a:pPr>
            <a:endParaRPr lang="en-US"/>
          </a:p>
        </p:txBody>
      </p:sp>
      <p:sp>
        <p:nvSpPr>
          <p:cNvPr id="12" name="Oval 28"/>
          <p:cNvSpPr/>
          <p:nvPr userDrawn="1"/>
        </p:nvSpPr>
        <p:spPr>
          <a:xfrm>
            <a:off x="8572500" y="5476875"/>
            <a:ext cx="152400" cy="152400"/>
          </a:xfrm>
          <a:prstGeom prst="ellipse">
            <a:avLst/>
          </a:prstGeom>
          <a:effectLst/>
        </p:spPr>
        <p:style>
          <a:lnRef idx="1">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Oval 28"/>
          <p:cNvSpPr/>
          <p:nvPr userDrawn="1"/>
        </p:nvSpPr>
        <p:spPr>
          <a:xfrm>
            <a:off x="8572500" y="5753100"/>
            <a:ext cx="152400" cy="152400"/>
          </a:xfrm>
          <a:prstGeom prst="ellipse">
            <a:avLst/>
          </a:prstGeom>
          <a:effectLst/>
        </p:spPr>
        <p:style>
          <a:lnRef idx="1">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a:p>
        </p:txBody>
      </p:sp>
      <p:sp>
        <p:nvSpPr>
          <p:cNvPr id="8" name="Title 7"/>
          <p:cNvSpPr>
            <a:spLocks noGrp="1"/>
          </p:cNvSpPr>
          <p:nvPr>
            <p:ph type="ctrTitle"/>
          </p:nvPr>
        </p:nvSpPr>
        <p:spPr>
          <a:xfrm>
            <a:off x="1219200" y="3886200"/>
            <a:ext cx="6858000" cy="990600"/>
          </a:xfrm>
        </p:spPr>
        <p:txBody>
          <a:bodyPr anchor="t"/>
          <a:lstStyle>
            <a:lvl1pPr algn="r">
              <a:defRPr sz="3200">
                <a:solidFill>
                  <a:schemeClr val="tx1"/>
                </a:solidFill>
              </a:defRPr>
            </a:lvl1pPr>
          </a:lstStyle>
          <a:p>
            <a:r>
              <a:rPr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14" name="Date Placeholder 27"/>
          <p:cNvSpPr>
            <a:spLocks noGrp="1"/>
          </p:cNvSpPr>
          <p:nvPr>
            <p:ph type="dt" sz="half" idx="10"/>
          </p:nvPr>
        </p:nvSpPr>
        <p:spPr>
          <a:xfrm>
            <a:off x="6400800" y="6354763"/>
            <a:ext cx="2286000" cy="366712"/>
          </a:xfrm>
        </p:spPr>
        <p:txBody>
          <a:bodyPr/>
          <a:lstStyle>
            <a:lvl1pPr>
              <a:defRPr sz="1400" smtClean="0"/>
            </a:lvl1pPr>
          </a:lstStyle>
          <a:p>
            <a:pPr>
              <a:defRPr/>
            </a:pPr>
            <a:fld id="{766DCA12-FA45-460A-915B-2C7AA000BC20}" type="datetimeFigureOut">
              <a:rPr lang="en-US"/>
              <a:pPr>
                <a:defRPr/>
              </a:pPr>
              <a:t>03-Feb-26</a:t>
            </a:fld>
            <a:endParaRPr lang="en-US"/>
          </a:p>
        </p:txBody>
      </p:sp>
      <p:sp>
        <p:nvSpPr>
          <p:cNvPr id="15" name="Footer Placeholder 16"/>
          <p:cNvSpPr>
            <a:spLocks noGrp="1"/>
          </p:cNvSpPr>
          <p:nvPr>
            <p:ph type="ftr" sz="quarter" idx="11"/>
          </p:nvPr>
        </p:nvSpPr>
        <p:spPr>
          <a:xfrm>
            <a:off x="2898775" y="6354763"/>
            <a:ext cx="3475038" cy="366712"/>
          </a:xfrm>
        </p:spPr>
        <p:txBody>
          <a:bodyPr/>
          <a:lstStyle>
            <a:lvl1pPr>
              <a:defRPr/>
            </a:lvl1pPr>
          </a:lstStyle>
          <a:p>
            <a:pPr>
              <a:defRPr/>
            </a:pPr>
            <a:endParaRPr lang="en-US"/>
          </a:p>
        </p:txBody>
      </p:sp>
      <p:sp>
        <p:nvSpPr>
          <p:cNvPr id="16" name="Slide Number Placeholder 28"/>
          <p:cNvSpPr>
            <a:spLocks noGrp="1"/>
          </p:cNvSpPr>
          <p:nvPr>
            <p:ph type="sldNum" sz="quarter" idx="12"/>
          </p:nvPr>
        </p:nvSpPr>
        <p:spPr>
          <a:xfrm>
            <a:off x="1216025" y="6354763"/>
            <a:ext cx="1219200" cy="366712"/>
          </a:xfrm>
        </p:spPr>
        <p:txBody>
          <a:bodyPr/>
          <a:lstStyle>
            <a:lvl1pPr>
              <a:defRPr/>
            </a:lvl1pPr>
          </a:lstStyle>
          <a:p>
            <a:pPr>
              <a:defRPr/>
            </a:pPr>
            <a:fld id="{58E5B743-B16B-4F71-B90C-D67E2D57AEDA}" type="slidenum">
              <a:rPr lang="en-US"/>
              <a:pPr>
                <a:defRPr/>
              </a:pPr>
              <a:t>‹#›</a:t>
            </a:fld>
            <a:endParaRPr lang="en-US"/>
          </a:p>
        </p:txBody>
      </p:sp>
    </p:spTree>
  </p:cSld>
  <p:clrMapOvr>
    <a:masterClrMapping/>
  </p:clrMapOvr>
  <p:transition>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457200" y="1219200"/>
            <a:ext cx="8229600"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F59A62D-E855-43DB-BB07-F3F653FC03D8}" type="datetimeFigureOut">
              <a:rPr lang="en-US"/>
              <a:pPr>
                <a:defRPr/>
              </a:pPr>
              <a:t>03-Feb-26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519D469-DD76-48CA-997D-84561B660F34}" type="slidenum">
              <a:rPr lang="en-US"/>
              <a:pPr>
                <a:defRPr/>
              </a:pPr>
              <a:t>‹#›</a:t>
            </a:fld>
            <a:endParaRPr lang="en-US"/>
          </a:p>
        </p:txBody>
      </p:sp>
    </p:spTree>
  </p:cSld>
  <p:clrMapOvr>
    <a:masterClrMapping/>
  </p:clrMapOvr>
  <p:transition>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4" name="Rectangle 3"/>
          <p:cNvSpPr/>
          <p:nvPr/>
        </p:nvSpPr>
        <p:spPr>
          <a:xfrm>
            <a:off x="914400" y="2819400"/>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914400" y="2819400"/>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1219200" y="2971800"/>
            <a:ext cx="6858000" cy="1066800"/>
          </a:xfrm>
        </p:spPr>
        <p:txBody>
          <a:bodyPr anchor="t"/>
          <a:lstStyle>
            <a:lvl1pPr algn="r">
              <a:buNone/>
              <a:defRPr sz="3200" b="0" cap="none" baseline="0"/>
            </a:lvl1pPr>
          </a:lstStyle>
          <a:p>
            <a:r>
              <a:rPr lang="en-US"/>
              <a:t>Click to edit Master title style</a:t>
            </a:r>
          </a:p>
        </p:txBody>
      </p:sp>
      <p:sp>
        <p:nvSpPr>
          <p:cNvPr id="3" name="Text Placeholder 2"/>
          <p:cNvSpPr>
            <a:spLocks noGrp="1"/>
          </p:cNvSpPr>
          <p:nvPr>
            <p:ph type="body" idx="1"/>
          </p:nvPr>
        </p:nvSpPr>
        <p:spPr>
          <a:xfrm>
            <a:off x="1295400" y="4267200"/>
            <a:ext cx="6781800" cy="1143000"/>
          </a:xfrm>
        </p:spPr>
        <p:txBody>
          <a:bodyPr/>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6" name="Date Placeholder 3"/>
          <p:cNvSpPr>
            <a:spLocks noGrp="1"/>
          </p:cNvSpPr>
          <p:nvPr>
            <p:ph type="dt" sz="half" idx="10"/>
          </p:nvPr>
        </p:nvSpPr>
        <p:spPr>
          <a:xfrm>
            <a:off x="6400800" y="6354763"/>
            <a:ext cx="2286000" cy="366712"/>
          </a:xfrm>
        </p:spPr>
        <p:txBody>
          <a:bodyPr/>
          <a:lstStyle>
            <a:lvl1pPr>
              <a:defRPr/>
            </a:lvl1pPr>
          </a:lstStyle>
          <a:p>
            <a:pPr>
              <a:defRPr/>
            </a:pPr>
            <a:fld id="{290790A5-23A7-4A64-9F12-625537E47384}" type="datetimeFigureOut">
              <a:rPr lang="en-US"/>
              <a:pPr>
                <a:defRPr/>
              </a:pPr>
              <a:t>03-Feb-26</a:t>
            </a:fld>
            <a:endParaRPr lang="en-US" sz="1050" dirty="0"/>
          </a:p>
        </p:txBody>
      </p:sp>
      <p:sp>
        <p:nvSpPr>
          <p:cNvPr id="7" name="Footer Placeholder 4"/>
          <p:cNvSpPr>
            <a:spLocks noGrp="1"/>
          </p:cNvSpPr>
          <p:nvPr>
            <p:ph type="ftr" sz="quarter" idx="11"/>
          </p:nvPr>
        </p:nvSpPr>
        <p:spPr>
          <a:xfrm>
            <a:off x="2898775" y="6354763"/>
            <a:ext cx="3475038" cy="366712"/>
          </a:xfrm>
        </p:spPr>
        <p:txBody>
          <a:bodyPr/>
          <a:lstStyle>
            <a:lvl1pPr>
              <a:defRPr/>
            </a:lvl1pPr>
          </a:lstStyle>
          <a:p>
            <a:pPr>
              <a:defRPr/>
            </a:pPr>
            <a:endParaRPr lang="en-US"/>
          </a:p>
        </p:txBody>
      </p:sp>
      <p:sp>
        <p:nvSpPr>
          <p:cNvPr id="8" name="Slide Number Placeholder 5"/>
          <p:cNvSpPr>
            <a:spLocks noGrp="1"/>
          </p:cNvSpPr>
          <p:nvPr>
            <p:ph type="sldNum" sz="quarter" idx="12"/>
          </p:nvPr>
        </p:nvSpPr>
        <p:spPr>
          <a:xfrm>
            <a:off x="1069975" y="6354763"/>
            <a:ext cx="1520825" cy="366712"/>
          </a:xfrm>
        </p:spPr>
        <p:txBody>
          <a:bodyPr/>
          <a:lstStyle>
            <a:lvl1pPr>
              <a:defRPr/>
            </a:lvl1pPr>
          </a:lstStyle>
          <a:p>
            <a:pPr>
              <a:defRPr/>
            </a:pPr>
            <a:fld id="{58E8881C-7D2D-4A93-A084-9684C2490142}" type="slidenum">
              <a:rPr lang="en-US"/>
              <a:pPr>
                <a:defRPr/>
              </a:pPr>
              <a:t>‹#›</a:t>
            </a:fld>
            <a:endParaRPr lang="en-US" dirty="0"/>
          </a:p>
        </p:txBody>
      </p:sp>
    </p:spTree>
  </p:cSld>
  <p:clrMapOvr>
    <a:overrideClrMapping bg1="dk1" tx1="lt1" bg2="dk2" tx2="lt2" accent1="accent1" accent2="accent2" accent3="accent3" accent4="accent4" accent5="accent5" accent6="accent6" hlink="hlink" folHlink="folHlink"/>
  </p:clrMapOvr>
  <p:transition>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9" name="Content Placeholder 8"/>
          <p:cNvSpPr>
            <a:spLocks noGrp="1"/>
          </p:cNvSpPr>
          <p:nvPr>
            <p:ph sz="quarter" idx="1"/>
          </p:nvPr>
        </p:nvSpPr>
        <p:spPr>
          <a:xfrm>
            <a:off x="457200" y="1219200"/>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632198" y="1216152"/>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fld id="{88960EEF-9D2D-4CF5-BED6-781DC6F37AFF}" type="datetimeFigureOut">
              <a:rPr lang="en-US"/>
              <a:pPr>
                <a:defRPr/>
              </a:pPr>
              <a:t>03-Feb-26</a:t>
            </a:fld>
            <a:endParaRPr lang="en-US" sz="1050" dirty="0"/>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9AD9C8B9-0991-430E-9EA5-A9B63E3D95E4}" type="slidenum">
              <a:rPr lang="en-US"/>
              <a:pPr>
                <a:defRPr/>
              </a:pPr>
              <a:t>‹#›</a:t>
            </a:fld>
            <a:endParaRPr lang="en-US" dirty="0"/>
          </a:p>
        </p:txBody>
      </p:sp>
    </p:spTree>
  </p:cSld>
  <p:clrMapOvr>
    <a:masterClrMapping/>
  </p:clrMapOvr>
  <p:transition>
    <p:wipe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anchor="b">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anchor="b"/>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quarter" idx="2"/>
          </p:nvPr>
        </p:nvSpPr>
        <p:spPr>
          <a:xfrm>
            <a:off x="457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p:cNvSpPr>
            <a:spLocks noGrp="1"/>
          </p:cNvSpPr>
          <p:nvPr>
            <p:ph type="dt" sz="half" idx="10"/>
          </p:nvPr>
        </p:nvSpPr>
        <p:spPr/>
        <p:txBody>
          <a:bodyPr/>
          <a:lstStyle>
            <a:lvl1pPr>
              <a:defRPr/>
            </a:lvl1pPr>
          </a:lstStyle>
          <a:p>
            <a:pPr>
              <a:defRPr/>
            </a:pPr>
            <a:fld id="{E4CED6A0-3760-49C1-AADB-5ABA95DB66F9}" type="datetimeFigureOut">
              <a:rPr lang="en-US"/>
              <a:pPr>
                <a:defRPr/>
              </a:pPr>
              <a:t>03-Feb-26</a:t>
            </a:fld>
            <a:endParaRPr lang="en-US" sz="1050" dirty="0"/>
          </a:p>
        </p:txBody>
      </p:sp>
      <p:sp>
        <p:nvSpPr>
          <p:cNvPr id="8" name="Footer Placeholder 2"/>
          <p:cNvSpPr>
            <a:spLocks noGrp="1"/>
          </p:cNvSpPr>
          <p:nvPr>
            <p:ph type="ftr" sz="quarter" idx="11"/>
          </p:nvPr>
        </p:nvSpPr>
        <p:spPr/>
        <p:txBody>
          <a:bodyPr/>
          <a:lstStyle>
            <a:lvl1pPr>
              <a:defRPr/>
            </a:lvl1pPr>
          </a:lstStyle>
          <a:p>
            <a:pPr>
              <a:defRPr/>
            </a:pPr>
            <a:endParaRPr lang="en-US"/>
          </a:p>
        </p:txBody>
      </p:sp>
      <p:sp>
        <p:nvSpPr>
          <p:cNvPr id="9" name="Slide Number Placeholder 22"/>
          <p:cNvSpPr>
            <a:spLocks noGrp="1"/>
          </p:cNvSpPr>
          <p:nvPr>
            <p:ph type="sldNum" sz="quarter" idx="12"/>
          </p:nvPr>
        </p:nvSpPr>
        <p:spPr/>
        <p:txBody>
          <a:bodyPr/>
          <a:lstStyle>
            <a:lvl1pPr>
              <a:defRPr/>
            </a:lvl1pPr>
          </a:lstStyle>
          <a:p>
            <a:pPr>
              <a:defRPr/>
            </a:pPr>
            <a:fld id="{C36516C9-2FF1-492F-A0FD-2DD92065C970}" type="slidenum">
              <a:rPr lang="en-US"/>
              <a:pPr>
                <a:defRPr/>
              </a:pPr>
              <a:t>‹#›</a:t>
            </a:fld>
            <a:endParaRPr lang="en-US" dirty="0"/>
          </a:p>
        </p:txBody>
      </p:sp>
    </p:spTree>
  </p:cSld>
  <p:clrMapOvr>
    <a:masterClrMapping/>
  </p:clrMapOvr>
  <p:transition>
    <p:wipe di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Isosceles Triangle 2"/>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4" name="Date Placeholder 2"/>
          <p:cNvSpPr>
            <a:spLocks noGrp="1"/>
          </p:cNvSpPr>
          <p:nvPr>
            <p:ph type="dt" sz="half" idx="10"/>
          </p:nvPr>
        </p:nvSpPr>
        <p:spPr/>
        <p:txBody>
          <a:bodyPr/>
          <a:lstStyle>
            <a:lvl1pPr>
              <a:defRPr/>
            </a:lvl1pPr>
          </a:lstStyle>
          <a:p>
            <a:pPr>
              <a:defRPr/>
            </a:pPr>
            <a:fld id="{96678375-2EC8-44E6-9E5E-B990764F9683}" type="datetimeFigureOut">
              <a:rPr lang="en-US"/>
              <a:pPr>
                <a:defRPr/>
              </a:pPr>
              <a:t>03-Feb-26</a:t>
            </a:fld>
            <a:endParaRPr lang="en-US" sz="1050" dirty="0"/>
          </a:p>
        </p:txBody>
      </p:sp>
      <p:sp>
        <p:nvSpPr>
          <p:cNvPr id="5" name="Footer Placeholder 3"/>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pPr>
              <a:defRPr/>
            </a:pPr>
            <a:fld id="{E476EF3F-D02F-4319-93DB-79AC492EBE54}" type="slidenum">
              <a:rPr lang="en-US"/>
              <a:pPr>
                <a:defRPr/>
              </a:pPr>
              <a:t>‹#›</a:t>
            </a:fld>
            <a:endParaRPr lang="en-US" dirty="0"/>
          </a:p>
        </p:txBody>
      </p:sp>
    </p:spTree>
  </p:cSld>
  <p:clrMapOvr>
    <a:masterClrMapping/>
  </p:clrMapOvr>
  <p:transition>
    <p:wipe di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traight Connector 1"/>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p>
        </p:txBody>
      </p:sp>
      <p:sp>
        <p:nvSpPr>
          <p:cNvPr id="3" name="Isosceles Triangle 2"/>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Date Placeholder 1"/>
          <p:cNvSpPr>
            <a:spLocks noGrp="1"/>
          </p:cNvSpPr>
          <p:nvPr>
            <p:ph type="dt" sz="half" idx="10"/>
          </p:nvPr>
        </p:nvSpPr>
        <p:spPr/>
        <p:txBody>
          <a:bodyPr/>
          <a:lstStyle>
            <a:lvl1pPr>
              <a:defRPr/>
            </a:lvl1pPr>
          </a:lstStyle>
          <a:p>
            <a:pPr>
              <a:defRPr/>
            </a:pPr>
            <a:fld id="{EF4F1FBF-0789-4FE5-BF2B-779B1D17DEFA}" type="datetimeFigureOut">
              <a:rPr lang="en-US"/>
              <a:pPr>
                <a:defRPr/>
              </a:pPr>
              <a:t>03-Feb-26</a:t>
            </a:fld>
            <a:endParaRPr lang="en-US" sz="1050" dirty="0"/>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3"/>
          <p:cNvSpPr>
            <a:spLocks noGrp="1"/>
          </p:cNvSpPr>
          <p:nvPr>
            <p:ph type="sldNum" sz="quarter" idx="12"/>
          </p:nvPr>
        </p:nvSpPr>
        <p:spPr/>
        <p:txBody>
          <a:bodyPr/>
          <a:lstStyle>
            <a:lvl1pPr>
              <a:defRPr/>
            </a:lvl1pPr>
          </a:lstStyle>
          <a:p>
            <a:pPr>
              <a:defRPr/>
            </a:pPr>
            <a:fld id="{14E4DABC-A227-4BCE-8058-83D4809171DB}" type="slidenum">
              <a:rPr lang="en-US"/>
              <a:pPr>
                <a:defRPr/>
              </a:pPr>
              <a:t>‹#›</a:t>
            </a:fld>
            <a:endParaRPr lang="en-US" dirty="0"/>
          </a:p>
        </p:txBody>
      </p:sp>
    </p:spTree>
  </p:cSld>
  <p:clrMapOvr>
    <a:masterClrMapping/>
  </p:clrMapOvr>
  <p:transition>
    <p:wipe di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p>
        </p:txBody>
      </p:sp>
      <p:sp>
        <p:nvSpPr>
          <p:cNvPr id="6" name="Straight Connector 5"/>
          <p:cNvSpPr>
            <a:spLocks noChangeShapeType="1"/>
          </p:cNvSpPr>
          <p:nvPr/>
        </p:nvSpPr>
        <p:spPr bwMode="auto">
          <a:xfrm rot="5400000">
            <a:off x="3160712" y="3324226"/>
            <a:ext cx="6035675"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dirty="0"/>
          </a:p>
        </p:txBody>
      </p:sp>
      <p:sp>
        <p:nvSpPr>
          <p:cNvPr id="7" name="Isosceles Triangle 6"/>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6324600" y="304800"/>
            <a:ext cx="2514600" cy="838200"/>
          </a:xfrm>
        </p:spPr>
        <p:txBody>
          <a:bodyPr>
            <a:noAutofit/>
          </a:bodyPr>
          <a:lstStyle>
            <a:lvl1pPr algn="l">
              <a:buNone/>
              <a:defRPr sz="2000" b="1">
                <a:solidFill>
                  <a:schemeClr val="tx2"/>
                </a:solidFill>
                <a:latin typeface="+mn-lt"/>
                <a:ea typeface="+mn-ea"/>
                <a:cs typeface="+mn-cs"/>
              </a:defRPr>
            </a:lvl1pPr>
          </a:lstStyle>
          <a:p>
            <a:r>
              <a:rPr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2" name="Content Placeholder 11"/>
          <p:cNvSpPr>
            <a:spLocks noGrp="1"/>
          </p:cNvSpPr>
          <p:nvPr>
            <p:ph sz="quarter" idx="1"/>
          </p:nvPr>
        </p:nvSpPr>
        <p:spPr>
          <a:xfrm>
            <a:off x="304800" y="304800"/>
            <a:ext cx="5715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4"/>
          <p:cNvSpPr>
            <a:spLocks noGrp="1"/>
          </p:cNvSpPr>
          <p:nvPr>
            <p:ph type="dt" sz="half" idx="10"/>
          </p:nvPr>
        </p:nvSpPr>
        <p:spPr/>
        <p:txBody>
          <a:bodyPr/>
          <a:lstStyle>
            <a:lvl1pPr>
              <a:defRPr/>
            </a:lvl1pPr>
          </a:lstStyle>
          <a:p>
            <a:pPr>
              <a:defRPr/>
            </a:pPr>
            <a:fld id="{9BCC5741-F910-4CB8-9962-ECD316CC8CAB}" type="datetimeFigureOut">
              <a:rPr lang="en-US"/>
              <a:pPr>
                <a:defRPr/>
              </a:pPr>
              <a:t>03-Feb-26</a:t>
            </a:fld>
            <a:endParaRPr lang="en-US" sz="1050" dirty="0"/>
          </a:p>
        </p:txBody>
      </p:sp>
      <p:sp>
        <p:nvSpPr>
          <p:cNvPr id="9" name="Footer Placeholder 5"/>
          <p:cNvSpPr>
            <a:spLocks noGrp="1"/>
          </p:cNvSpPr>
          <p:nvPr>
            <p:ph type="ftr" sz="quarter" idx="11"/>
          </p:nvPr>
        </p:nvSpPr>
        <p:spPr/>
        <p:txBody>
          <a:bodyPr/>
          <a:lstStyle>
            <a:lvl1pPr>
              <a:defRPr/>
            </a:lvl1pPr>
          </a:lstStyle>
          <a:p>
            <a:pPr>
              <a:defRPr/>
            </a:pPr>
            <a:endParaRPr lang="en-US"/>
          </a:p>
        </p:txBody>
      </p:sp>
      <p:sp>
        <p:nvSpPr>
          <p:cNvPr id="10" name="Slide Number Placeholder 6"/>
          <p:cNvSpPr>
            <a:spLocks noGrp="1"/>
          </p:cNvSpPr>
          <p:nvPr>
            <p:ph type="sldNum" sz="quarter" idx="12"/>
          </p:nvPr>
        </p:nvSpPr>
        <p:spPr/>
        <p:txBody>
          <a:bodyPr/>
          <a:lstStyle>
            <a:lvl1pPr>
              <a:defRPr/>
            </a:lvl1pPr>
          </a:lstStyle>
          <a:p>
            <a:pPr>
              <a:defRPr/>
            </a:pPr>
            <a:fld id="{E266A6BD-6751-48F5-9EEB-86C8BDEF8D89}" type="slidenum">
              <a:rPr lang="en-US"/>
              <a:pPr>
                <a:defRPr/>
              </a:pPr>
              <a:t>‹#›</a:t>
            </a:fld>
            <a:endParaRPr lang="en-US" dirty="0"/>
          </a:p>
        </p:txBody>
      </p:sp>
    </p:spTree>
  </p:cSld>
  <p:clrMapOvr>
    <a:masterClrMapping/>
  </p:clrMapOvr>
  <p:transition>
    <p:wipe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p>
        </p:txBody>
      </p:sp>
      <p:sp>
        <p:nvSpPr>
          <p:cNvPr id="6" name="Isosceles Triangle 5"/>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457200" y="500063"/>
            <a:ext cx="182563"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normAutofit/>
          </a:bodyPr>
          <a:lstStyle>
            <a:lvl1pPr marL="0" indent="0">
              <a:spcBef>
                <a:spcPts val="600"/>
              </a:spcBef>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457200" y="1219200"/>
            <a:ext cx="8229600" cy="533400"/>
          </a:xfrm>
        </p:spPr>
        <p:txBody>
          <a:bodyPr anchor="ctr"/>
          <a:lstStyle>
            <a:lvl1pPr marL="0" indent="0" algn="l">
              <a:buFontTx/>
              <a:buNone/>
              <a:defRPr sz="1400"/>
            </a:lvl1pPr>
            <a:lvl2pPr>
              <a:defRPr sz="1200"/>
            </a:lvl2pPr>
            <a:lvl3pPr>
              <a:defRPr sz="1000"/>
            </a:lvl3pPr>
            <a:lvl4pPr>
              <a:defRPr sz="900"/>
            </a:lvl4pPr>
            <a:lvl5pPr>
              <a:defRPr sz="900"/>
            </a:lvl5pPr>
          </a:lstStyle>
          <a:p>
            <a:pPr lvl="0"/>
            <a:r>
              <a:rPr lang="en-US"/>
              <a:t>Click to edit Master text styles</a:t>
            </a:r>
          </a:p>
        </p:txBody>
      </p:sp>
      <p:sp>
        <p:nvSpPr>
          <p:cNvPr id="8" name="Date Placeholder 4"/>
          <p:cNvSpPr>
            <a:spLocks noGrp="1"/>
          </p:cNvSpPr>
          <p:nvPr>
            <p:ph type="dt" sz="half" idx="10"/>
          </p:nvPr>
        </p:nvSpPr>
        <p:spPr/>
        <p:txBody>
          <a:bodyPr/>
          <a:lstStyle>
            <a:lvl1pPr>
              <a:defRPr/>
            </a:lvl1pPr>
          </a:lstStyle>
          <a:p>
            <a:pPr>
              <a:defRPr/>
            </a:pPr>
            <a:fld id="{4BBBEC51-0CD0-4DEC-8E4D-9A1170B30896}" type="datetimeFigureOut">
              <a:rPr lang="en-US"/>
              <a:pPr>
                <a:defRPr/>
              </a:pPr>
              <a:t>03-Feb-26</a:t>
            </a:fld>
            <a:endParaRPr lang="en-US" sz="1050" dirty="0"/>
          </a:p>
        </p:txBody>
      </p:sp>
      <p:sp>
        <p:nvSpPr>
          <p:cNvPr id="9" name="Footer Placeholder 5"/>
          <p:cNvSpPr>
            <a:spLocks noGrp="1"/>
          </p:cNvSpPr>
          <p:nvPr>
            <p:ph type="ftr" sz="quarter" idx="11"/>
          </p:nvPr>
        </p:nvSpPr>
        <p:spPr/>
        <p:txBody>
          <a:bodyPr/>
          <a:lstStyle>
            <a:lvl1pPr>
              <a:defRPr/>
            </a:lvl1pPr>
          </a:lstStyle>
          <a:p>
            <a:pPr>
              <a:defRPr/>
            </a:pPr>
            <a:endParaRPr lang="en-US"/>
          </a:p>
        </p:txBody>
      </p:sp>
      <p:sp>
        <p:nvSpPr>
          <p:cNvPr id="10" name="Slide Number Placeholder 6"/>
          <p:cNvSpPr>
            <a:spLocks noGrp="1"/>
          </p:cNvSpPr>
          <p:nvPr>
            <p:ph type="sldNum" sz="quarter" idx="12"/>
          </p:nvPr>
        </p:nvSpPr>
        <p:spPr/>
        <p:txBody>
          <a:bodyPr/>
          <a:lstStyle>
            <a:lvl1pPr>
              <a:defRPr/>
            </a:lvl1pPr>
          </a:lstStyle>
          <a:p>
            <a:pPr>
              <a:defRPr/>
            </a:pPr>
            <a:fld id="{F5CA2727-8AE9-450E-940A-111829D2A1B1}" type="slidenum">
              <a:rPr lang="en-US"/>
              <a:pPr>
                <a:defRPr/>
              </a:pPr>
              <a:t>‹#›</a:t>
            </a:fld>
            <a:endParaRPr lang="en-US" dirty="0"/>
          </a:p>
        </p:txBody>
      </p:sp>
    </p:spTree>
  </p:cSld>
  <p:clrMapOvr>
    <a:overrideClrMapping bg1="dk1" tx1="lt1" bg2="dk2" tx2="lt2" accent1="accent1" accent2="accent2" accent3="accent3" accent4="accent4" accent5="accent5" accent6="accent6" hlink="hlink" folHlink="folHlink"/>
  </p:clrMapOvr>
  <p:transition>
    <p:wipe di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941FE109-098E-4C69-9DBA-D54E9F176CB9}" type="datetimeFigureOut">
              <a:rPr lang="en-US"/>
              <a:pPr>
                <a:defRPr/>
              </a:pPr>
              <a:t>03-Feb-26</a:t>
            </a:fld>
            <a:endParaRPr lang="en-US" sz="1050" dirty="0"/>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166100D3-3470-4D72-8F0C-E18A8905D4B9}" type="slidenum">
              <a:rPr lang="en-US"/>
              <a:pPr>
                <a:defRPr/>
              </a:pPr>
              <a:t>‹#›</a:t>
            </a:fld>
            <a:endParaRPr lang="en-US" dirty="0"/>
          </a:p>
        </p:txBody>
      </p:sp>
    </p:spTree>
  </p:cSld>
  <p:clrMapOvr>
    <a:masterClrMapping/>
  </p:clrMapOvr>
  <p:transition>
    <p:wipe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Straight Connector 3"/>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p>
        </p:txBody>
      </p:sp>
      <p:sp>
        <p:nvSpPr>
          <p:cNvPr id="5" name="Isosceles Triangle 4"/>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Straight Connector 5"/>
          <p:cNvSpPr>
            <a:spLocks noChangeShapeType="1"/>
          </p:cNvSpPr>
          <p:nvPr/>
        </p:nvSpPr>
        <p:spPr bwMode="auto">
          <a:xfrm rot="5400000">
            <a:off x="3630612" y="3201988"/>
            <a:ext cx="5851525"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p>
        </p:txBody>
      </p:sp>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31FA610C-EF47-408D-B835-82575902B6C5}" type="datetimeFigureOut">
              <a:rPr lang="en-US"/>
              <a:pPr>
                <a:defRPr/>
              </a:pPr>
              <a:t>03-Feb-26</a:t>
            </a:fld>
            <a:endParaRPr lang="en-US" sz="1050" dirty="0"/>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5AE8DBA-E019-4453-A0BC-753850EA0266}" type="slidenum">
              <a:rPr lang="en-US"/>
              <a:pPr>
                <a:defRPr/>
              </a:pPr>
              <a:t>‹#›</a:t>
            </a:fld>
            <a:endParaRPr lang="en-US" dirty="0"/>
          </a:p>
        </p:txBody>
      </p:sp>
    </p:spTree>
  </p:cSld>
  <p:clrMapOvr>
    <a:masterClrMapping/>
  </p:clrMapOvr>
  <p:transition>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2">
        <a:schemeClr val="bg1"/>
      </p:bgRef>
    </p:bg>
    <p:spTree>
      <p:nvGrpSpPr>
        <p:cNvPr id="1" name=""/>
        <p:cNvGrpSpPr/>
        <p:nvPr/>
      </p:nvGrpSpPr>
      <p:grpSpPr>
        <a:xfrm>
          <a:off x="0" y="0"/>
          <a:ext cx="0" cy="0"/>
          <a:chOff x="0" y="0"/>
          <a:chExt cx="0" cy="0"/>
        </a:xfrm>
      </p:grpSpPr>
      <p:sp>
        <p:nvSpPr>
          <p:cNvPr id="1026" name="Rectangle 2"/>
          <p:cNvSpPr>
            <a:spLocks noGrp="1"/>
          </p:cNvSpPr>
          <p:nvPr>
            <p:ph type="title"/>
          </p:nvPr>
        </p:nvSpPr>
        <p:spPr bwMode="auto">
          <a:xfrm>
            <a:off x="914400" y="457200"/>
            <a:ext cx="7696200" cy="11430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p:cNvSpPr>
          <p:nvPr>
            <p:ph type="body" idx="1"/>
          </p:nvPr>
        </p:nvSpPr>
        <p:spPr bwMode="auto">
          <a:xfrm>
            <a:off x="914400" y="1905000"/>
            <a:ext cx="7467600" cy="4221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Rectangle 4"/>
          <p:cNvSpPr>
            <a:spLocks noGrp="1"/>
          </p:cNvSpPr>
          <p:nvPr>
            <p:ph type="dt" sz="half" idx="2"/>
          </p:nvPr>
        </p:nvSpPr>
        <p:spPr>
          <a:xfrm>
            <a:off x="6705600" y="6248400"/>
            <a:ext cx="1828800" cy="323850"/>
          </a:xfrm>
          <a:prstGeom prst="rect">
            <a:avLst/>
          </a:prstGeom>
        </p:spPr>
        <p:txBody>
          <a:bodyPr vert="horz" anchor="ctr"/>
          <a:lstStyle>
            <a:lvl1pPr algn="r" fontAlgn="auto">
              <a:spcBef>
                <a:spcPts val="0"/>
              </a:spcBef>
              <a:spcAft>
                <a:spcPts val="0"/>
              </a:spcAft>
              <a:defRPr sz="1100">
                <a:latin typeface="+mn-lt"/>
                <a:cs typeface="+mn-cs"/>
              </a:defRPr>
            </a:lvl1pPr>
            <a:extLst/>
          </a:lstStyle>
          <a:p>
            <a:pPr>
              <a:defRPr/>
            </a:pPr>
            <a:fld id="{BDCC4BBA-D0C9-4B3B-AC03-AA11C6CE1B06}" type="datetimeFigureOut">
              <a:rPr lang="en-US"/>
              <a:pPr>
                <a:defRPr/>
              </a:pPr>
              <a:t>03-Feb-26</a:t>
            </a:fld>
            <a:endParaRPr lang="en-US" sz="1050" dirty="0"/>
          </a:p>
        </p:txBody>
      </p:sp>
      <p:sp>
        <p:nvSpPr>
          <p:cNvPr id="18" name="Rectangle 5"/>
          <p:cNvSpPr>
            <a:spLocks noGrp="1"/>
          </p:cNvSpPr>
          <p:nvPr>
            <p:ph type="ftr" sz="quarter" idx="3"/>
          </p:nvPr>
        </p:nvSpPr>
        <p:spPr>
          <a:xfrm>
            <a:off x="457200" y="6248400"/>
            <a:ext cx="3260725" cy="323850"/>
          </a:xfrm>
          <a:prstGeom prst="rect">
            <a:avLst/>
          </a:prstGeom>
        </p:spPr>
        <p:txBody>
          <a:bodyPr vert="horz"/>
          <a:lstStyle>
            <a:lvl1pPr fontAlgn="auto">
              <a:spcBef>
                <a:spcPts val="0"/>
              </a:spcBef>
              <a:spcAft>
                <a:spcPts val="0"/>
              </a:spcAft>
              <a:defRPr sz="1200">
                <a:latin typeface="+mn-lt"/>
                <a:cs typeface="+mn-cs"/>
              </a:defRPr>
            </a:lvl1pPr>
            <a:extLst/>
          </a:lstStyle>
          <a:p>
            <a:pPr>
              <a:defRPr/>
            </a:pPr>
            <a:endParaRPr lang="en-US"/>
          </a:p>
        </p:txBody>
      </p:sp>
      <p:sp>
        <p:nvSpPr>
          <p:cNvPr id="7" name="Slide Number Placeholder 6"/>
          <p:cNvSpPr>
            <a:spLocks noGrp="1"/>
          </p:cNvSpPr>
          <p:nvPr>
            <p:ph type="sldNum" sz="quarter" idx="4"/>
          </p:nvPr>
        </p:nvSpPr>
        <p:spPr>
          <a:xfrm>
            <a:off x="8715375" y="6151563"/>
            <a:ext cx="428625" cy="457200"/>
          </a:xfrm>
          <a:prstGeom prst="rect">
            <a:avLst/>
          </a:prstGeom>
        </p:spPr>
        <p:txBody>
          <a:bodyPr vert="horz" anchor="ctr"/>
          <a:lstStyle>
            <a:lvl1pPr fontAlgn="auto">
              <a:spcBef>
                <a:spcPts val="0"/>
              </a:spcBef>
              <a:spcAft>
                <a:spcPts val="0"/>
              </a:spcAft>
              <a:defRPr sz="1200">
                <a:latin typeface="+mn-lt"/>
                <a:cs typeface="+mn-cs"/>
              </a:defRPr>
            </a:lvl1pPr>
            <a:extLst/>
          </a:lstStyle>
          <a:p>
            <a:pPr>
              <a:defRPr/>
            </a:pPr>
            <a:fld id="{ADDD9ECA-3CEC-4B9F-A851-BE1EF2FF1831}" type="slidenum">
              <a:rPr lang="en-US"/>
              <a:pPr>
                <a:defRPr/>
              </a:pPr>
              <a:t>‹#›</a:t>
            </a:fld>
            <a:endParaRPr lang="en-US" dirty="0"/>
          </a:p>
        </p:txBody>
      </p:sp>
      <p:grpSp>
        <p:nvGrpSpPr>
          <p:cNvPr id="1031" name="Group 23"/>
          <p:cNvGrpSpPr>
            <a:grpSpLocks/>
          </p:cNvGrpSpPr>
          <p:nvPr/>
        </p:nvGrpSpPr>
        <p:grpSpPr bwMode="auto">
          <a:xfrm>
            <a:off x="11113" y="2000250"/>
            <a:ext cx="133350" cy="533400"/>
            <a:chOff x="0" y="2000250"/>
            <a:chExt cx="3733800" cy="533400"/>
          </a:xfrm>
        </p:grpSpPr>
        <p:sp>
          <p:nvSpPr>
            <p:cNvPr id="3" name="Rectangle 14"/>
            <p:cNvSpPr/>
            <p:nvPr/>
          </p:nvSpPr>
          <p:spPr>
            <a:xfrm>
              <a:off x="0" y="2381250"/>
              <a:ext cx="3733800" cy="76200"/>
            </a:xfrm>
            <a:prstGeom prst="rect">
              <a:avLst/>
            </a:prstGeom>
          </p:spPr>
          <p:style>
            <a:lnRef idx="1">
              <a:schemeClr val="accent6"/>
            </a:lnRef>
            <a:fillRef idx="3">
              <a:schemeClr val="accent6"/>
            </a:fillRef>
            <a:effectRef idx="3">
              <a:schemeClr val="accent6"/>
            </a:effectRef>
            <a:fontRef idx="minor">
              <a:schemeClr val="lt1"/>
            </a:fontRef>
          </p:style>
          <p:txBody>
            <a:bodyPr anchor="ctr"/>
            <a:lstStyle/>
            <a:p>
              <a:pPr algn="ctr" fontAlgn="auto">
                <a:spcBef>
                  <a:spcPts val="0"/>
                </a:spcBef>
                <a:spcAft>
                  <a:spcPts val="0"/>
                </a:spcAft>
                <a:defRPr/>
              </a:pPr>
              <a:endParaRPr lang="en-US"/>
            </a:p>
          </p:txBody>
        </p:sp>
        <p:sp>
          <p:nvSpPr>
            <p:cNvPr id="28" name="Rectangle 14"/>
            <p:cNvSpPr/>
            <p:nvPr/>
          </p:nvSpPr>
          <p:spPr>
            <a:xfrm>
              <a:off x="0" y="2305050"/>
              <a:ext cx="3733800" cy="76200"/>
            </a:xfrm>
            <a:prstGeom prst="rect">
              <a:avLst/>
            </a:prstGeom>
          </p:spPr>
          <p:style>
            <a:lnRef idx="1">
              <a:schemeClr val="accent5"/>
            </a:lnRef>
            <a:fillRef idx="3">
              <a:schemeClr val="accent5"/>
            </a:fillRef>
            <a:effectRef idx="3">
              <a:schemeClr val="accent5"/>
            </a:effectRef>
            <a:fontRef idx="minor">
              <a:schemeClr val="lt1"/>
            </a:fontRef>
          </p:style>
          <p:txBody>
            <a:bodyPr anchor="ctr"/>
            <a:lstStyle/>
            <a:p>
              <a:pPr algn="ctr" fontAlgn="auto">
                <a:spcBef>
                  <a:spcPts val="0"/>
                </a:spcBef>
                <a:spcAft>
                  <a:spcPts val="0"/>
                </a:spcAft>
                <a:defRPr/>
              </a:pPr>
              <a:endParaRPr lang="en-US"/>
            </a:p>
          </p:txBody>
        </p:sp>
        <p:sp>
          <p:nvSpPr>
            <p:cNvPr id="4" name="Rectangle 14"/>
            <p:cNvSpPr/>
            <p:nvPr/>
          </p:nvSpPr>
          <p:spPr>
            <a:xfrm>
              <a:off x="0" y="2228850"/>
              <a:ext cx="3733800" cy="76200"/>
            </a:xfrm>
            <a:prstGeom prst="rect">
              <a:avLst/>
            </a:prstGeom>
          </p:spPr>
          <p:style>
            <a:lnRef idx="1">
              <a:schemeClr val="accent4"/>
            </a:lnRef>
            <a:fillRef idx="3">
              <a:schemeClr val="accent4"/>
            </a:fillRef>
            <a:effectRef idx="3">
              <a:schemeClr val="accent4"/>
            </a:effectRef>
            <a:fontRef idx="minor">
              <a:schemeClr val="lt1"/>
            </a:fontRef>
          </p:style>
          <p:txBody>
            <a:bodyPr anchor="ctr"/>
            <a:lstStyle/>
            <a:p>
              <a:pPr algn="ctr" fontAlgn="auto">
                <a:spcBef>
                  <a:spcPts val="0"/>
                </a:spcBef>
                <a:spcAft>
                  <a:spcPts val="0"/>
                </a:spcAft>
                <a:defRPr/>
              </a:pPr>
              <a:endParaRPr lang="en-US"/>
            </a:p>
          </p:txBody>
        </p:sp>
        <p:sp>
          <p:nvSpPr>
            <p:cNvPr id="12" name="Rectangle 14"/>
            <p:cNvSpPr/>
            <p:nvPr/>
          </p:nvSpPr>
          <p:spPr>
            <a:xfrm>
              <a:off x="0" y="2152650"/>
              <a:ext cx="3733800" cy="76200"/>
            </a:xfrm>
            <a:prstGeom prst="rect">
              <a:avLst/>
            </a:prstGeom>
          </p:spPr>
          <p:style>
            <a:lnRef idx="1">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a:p>
          </p:txBody>
        </p:sp>
        <p:sp>
          <p:nvSpPr>
            <p:cNvPr id="9" name="Rectangle 14"/>
            <p:cNvSpPr/>
            <p:nvPr/>
          </p:nvSpPr>
          <p:spPr>
            <a:xfrm>
              <a:off x="0" y="2076450"/>
              <a:ext cx="3733800" cy="76200"/>
            </a:xfrm>
            <a:prstGeom prst="rect">
              <a:avLst/>
            </a:prstGeom>
          </p:spPr>
          <p:style>
            <a:lnRef idx="1">
              <a:schemeClr val="accent2"/>
            </a:lnRef>
            <a:fillRef idx="3">
              <a:schemeClr val="accent2"/>
            </a:fillRef>
            <a:effectRef idx="3">
              <a:schemeClr val="accent2"/>
            </a:effectRef>
            <a:fontRef idx="minor">
              <a:schemeClr val="lt1"/>
            </a:fontRef>
          </p:style>
          <p:txBody>
            <a:bodyPr anchor="ctr"/>
            <a:lstStyle/>
            <a:p>
              <a:pPr algn="ctr" fontAlgn="auto">
                <a:spcBef>
                  <a:spcPts val="0"/>
                </a:spcBef>
                <a:spcAft>
                  <a:spcPts val="0"/>
                </a:spcAft>
                <a:defRPr/>
              </a:pPr>
              <a:endParaRPr lang="en-US"/>
            </a:p>
          </p:txBody>
        </p:sp>
        <p:sp>
          <p:nvSpPr>
            <p:cNvPr id="11" name="Rectangle 14"/>
            <p:cNvSpPr/>
            <p:nvPr/>
          </p:nvSpPr>
          <p:spPr>
            <a:xfrm>
              <a:off x="0" y="2000250"/>
              <a:ext cx="3733800" cy="76200"/>
            </a:xfrm>
            <a:prstGeom prst="rect">
              <a:avLst/>
            </a:prstGeom>
          </p:spPr>
          <p:style>
            <a:lnRef idx="1">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1" name="Rectangle 14"/>
            <p:cNvSpPr/>
            <p:nvPr/>
          </p:nvSpPr>
          <p:spPr>
            <a:xfrm>
              <a:off x="0" y="2457450"/>
              <a:ext cx="3733800" cy="76200"/>
            </a:xfrm>
            <a:prstGeom prst="rect">
              <a:avLst/>
            </a:prstGeom>
          </p:spPr>
          <p:style>
            <a:lnRef idx="1">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032" name="Group 35"/>
          <p:cNvGrpSpPr>
            <a:grpSpLocks/>
          </p:cNvGrpSpPr>
          <p:nvPr/>
        </p:nvGrpSpPr>
        <p:grpSpPr bwMode="auto">
          <a:xfrm>
            <a:off x="8583613" y="2000250"/>
            <a:ext cx="552450" cy="542925"/>
            <a:chOff x="8667750" y="2000250"/>
            <a:chExt cx="476250" cy="542925"/>
          </a:xfrm>
        </p:grpSpPr>
        <p:sp>
          <p:nvSpPr>
            <p:cNvPr id="13" name="Rectangle 14"/>
            <p:cNvSpPr/>
            <p:nvPr/>
          </p:nvSpPr>
          <p:spPr>
            <a:xfrm>
              <a:off x="8667750" y="2381250"/>
              <a:ext cx="476250" cy="76200"/>
            </a:xfrm>
            <a:prstGeom prst="rect">
              <a:avLst/>
            </a:prstGeom>
          </p:spPr>
          <p:style>
            <a:lnRef idx="1">
              <a:schemeClr val="accent6"/>
            </a:lnRef>
            <a:fillRef idx="3">
              <a:schemeClr val="accent6"/>
            </a:fillRef>
            <a:effectRef idx="3">
              <a:schemeClr val="accent6"/>
            </a:effectRef>
            <a:fontRef idx="minor">
              <a:schemeClr val="lt1"/>
            </a:fontRef>
          </p:style>
          <p:txBody>
            <a:bodyPr anchor="ctr"/>
            <a:lstStyle/>
            <a:p>
              <a:pPr algn="ctr" fontAlgn="auto">
                <a:spcBef>
                  <a:spcPts val="0"/>
                </a:spcBef>
                <a:spcAft>
                  <a:spcPts val="0"/>
                </a:spcAft>
                <a:defRPr/>
              </a:pPr>
              <a:endParaRPr lang="en-US"/>
            </a:p>
          </p:txBody>
        </p:sp>
        <p:sp>
          <p:nvSpPr>
            <p:cNvPr id="24" name="Rectangle 14"/>
            <p:cNvSpPr/>
            <p:nvPr/>
          </p:nvSpPr>
          <p:spPr>
            <a:xfrm>
              <a:off x="8667750" y="2305050"/>
              <a:ext cx="476250" cy="76200"/>
            </a:xfrm>
            <a:prstGeom prst="rect">
              <a:avLst/>
            </a:prstGeom>
          </p:spPr>
          <p:style>
            <a:lnRef idx="1">
              <a:schemeClr val="accent5"/>
            </a:lnRef>
            <a:fillRef idx="3">
              <a:schemeClr val="accent5"/>
            </a:fillRef>
            <a:effectRef idx="3">
              <a:schemeClr val="accent5"/>
            </a:effectRef>
            <a:fontRef idx="minor">
              <a:schemeClr val="lt1"/>
            </a:fontRef>
          </p:style>
          <p:txBody>
            <a:bodyPr anchor="ctr"/>
            <a:lstStyle/>
            <a:p>
              <a:pPr algn="ctr" fontAlgn="auto">
                <a:spcBef>
                  <a:spcPts val="0"/>
                </a:spcBef>
                <a:spcAft>
                  <a:spcPts val="0"/>
                </a:spcAft>
                <a:defRPr/>
              </a:pPr>
              <a:endParaRPr lang="en-US"/>
            </a:p>
          </p:txBody>
        </p:sp>
        <p:sp>
          <p:nvSpPr>
            <p:cNvPr id="19" name="Rectangle 14"/>
            <p:cNvSpPr/>
            <p:nvPr/>
          </p:nvSpPr>
          <p:spPr>
            <a:xfrm>
              <a:off x="8667750" y="2228850"/>
              <a:ext cx="476250" cy="76200"/>
            </a:xfrm>
            <a:prstGeom prst="rect">
              <a:avLst/>
            </a:prstGeom>
          </p:spPr>
          <p:style>
            <a:lnRef idx="1">
              <a:schemeClr val="accent4"/>
            </a:lnRef>
            <a:fillRef idx="3">
              <a:schemeClr val="accent4"/>
            </a:fillRef>
            <a:effectRef idx="3">
              <a:schemeClr val="accent4"/>
            </a:effectRef>
            <a:fontRef idx="minor">
              <a:schemeClr val="lt1"/>
            </a:fontRef>
          </p:style>
          <p:txBody>
            <a:bodyPr anchor="ctr"/>
            <a:lstStyle/>
            <a:p>
              <a:pPr algn="ctr" fontAlgn="auto">
                <a:spcBef>
                  <a:spcPts val="0"/>
                </a:spcBef>
                <a:spcAft>
                  <a:spcPts val="0"/>
                </a:spcAft>
                <a:defRPr/>
              </a:pPr>
              <a:endParaRPr lang="en-US" dirty="0"/>
            </a:p>
          </p:txBody>
        </p:sp>
        <p:sp>
          <p:nvSpPr>
            <p:cNvPr id="30" name="Rectangle 14"/>
            <p:cNvSpPr/>
            <p:nvPr/>
          </p:nvSpPr>
          <p:spPr>
            <a:xfrm>
              <a:off x="8667750" y="2152650"/>
              <a:ext cx="476250" cy="76200"/>
            </a:xfrm>
            <a:prstGeom prst="rect">
              <a:avLst/>
            </a:prstGeom>
          </p:spPr>
          <p:style>
            <a:lnRef idx="1">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dirty="0"/>
            </a:p>
          </p:txBody>
        </p:sp>
        <p:sp>
          <p:nvSpPr>
            <p:cNvPr id="17" name="Rectangle 14"/>
            <p:cNvSpPr/>
            <p:nvPr/>
          </p:nvSpPr>
          <p:spPr>
            <a:xfrm>
              <a:off x="8667750" y="2076450"/>
              <a:ext cx="476250" cy="76200"/>
            </a:xfrm>
            <a:prstGeom prst="rect">
              <a:avLst/>
            </a:prstGeom>
          </p:spPr>
          <p:style>
            <a:lnRef idx="1">
              <a:schemeClr val="accent2"/>
            </a:lnRef>
            <a:fillRef idx="3">
              <a:schemeClr val="accent2"/>
            </a:fillRef>
            <a:effectRef idx="3">
              <a:schemeClr val="accent2"/>
            </a:effectRef>
            <a:fontRef idx="minor">
              <a:schemeClr val="lt1"/>
            </a:fontRef>
          </p:style>
          <p:txBody>
            <a:bodyPr anchor="ctr"/>
            <a:lstStyle/>
            <a:p>
              <a:pPr algn="ctr" fontAlgn="auto">
                <a:spcBef>
                  <a:spcPts val="0"/>
                </a:spcBef>
                <a:spcAft>
                  <a:spcPts val="0"/>
                </a:spcAft>
                <a:defRPr/>
              </a:pPr>
              <a:endParaRPr lang="en-US"/>
            </a:p>
          </p:txBody>
        </p:sp>
        <p:sp>
          <p:nvSpPr>
            <p:cNvPr id="16" name="Rectangle 14"/>
            <p:cNvSpPr/>
            <p:nvPr/>
          </p:nvSpPr>
          <p:spPr>
            <a:xfrm>
              <a:off x="8667750" y="2000250"/>
              <a:ext cx="476250" cy="76200"/>
            </a:xfrm>
            <a:prstGeom prst="rect">
              <a:avLst/>
            </a:prstGeom>
          </p:spPr>
          <p:style>
            <a:lnRef idx="1">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Rectangle 14"/>
            <p:cNvSpPr/>
            <p:nvPr/>
          </p:nvSpPr>
          <p:spPr>
            <a:xfrm>
              <a:off x="8667750" y="2466975"/>
              <a:ext cx="476250" cy="76200"/>
            </a:xfrm>
            <a:prstGeom prst="rect">
              <a:avLst/>
            </a:prstGeom>
          </p:spPr>
          <p:style>
            <a:lnRef idx="1">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23" name="Oval 28"/>
          <p:cNvSpPr/>
          <p:nvPr/>
        </p:nvSpPr>
        <p:spPr>
          <a:xfrm>
            <a:off x="8572500" y="6324600"/>
            <a:ext cx="152400" cy="152400"/>
          </a:xfrm>
          <a:prstGeom prst="ellipse">
            <a:avLst/>
          </a:prstGeom>
          <a:effectLst/>
        </p:spPr>
        <p:style>
          <a:lnRef idx="1">
            <a:schemeClr val="accent4"/>
          </a:lnRef>
          <a:fillRef idx="3">
            <a:schemeClr val="accent4"/>
          </a:fillRef>
          <a:effectRef idx="3">
            <a:schemeClr val="accent4"/>
          </a:effectRef>
          <a:fontRef idx="minor">
            <a:schemeClr val="lt1"/>
          </a:fontRef>
        </p:style>
        <p:txBody>
          <a:bodyPr anchor="ctr"/>
          <a:lstStyle/>
          <a:p>
            <a:pPr algn="ctr" fontAlgn="auto">
              <a:spcBef>
                <a:spcPts val="0"/>
              </a:spcBef>
              <a:spcAft>
                <a:spcPts val="0"/>
              </a:spcAft>
              <a:defRPr/>
            </a:pPr>
            <a:endParaRPr lang="en-US"/>
          </a:p>
        </p:txBody>
      </p:sp>
    </p:spTree>
  </p:cSld>
  <p:clrMap bg1="dk1" tx1="lt1" bg2="dk2" tx2="lt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Lst>
  <p:transition>
    <p:wipe dir="d"/>
  </p:transition>
  <p:txStyles>
    <p:titleStyle>
      <a:lvl1pPr algn="l" rtl="0" eaLnBrk="0" fontAlgn="base" hangingPunct="0">
        <a:spcBef>
          <a:spcPct val="0"/>
        </a:spcBef>
        <a:spcAft>
          <a:spcPct val="0"/>
        </a:spcAft>
        <a:defRPr sz="3600">
          <a:solidFill>
            <a:schemeClr val="tx1"/>
          </a:solidFill>
          <a:latin typeface="+mj-lt"/>
          <a:ea typeface="+mj-ea"/>
          <a:cs typeface="+mj-cs"/>
        </a:defRPr>
      </a:lvl1pPr>
      <a:lvl2pPr algn="l" rtl="0" eaLnBrk="0" fontAlgn="base" hangingPunct="0">
        <a:spcBef>
          <a:spcPct val="0"/>
        </a:spcBef>
        <a:spcAft>
          <a:spcPct val="0"/>
        </a:spcAft>
        <a:defRPr sz="3600">
          <a:solidFill>
            <a:schemeClr val="tx1"/>
          </a:solidFill>
          <a:latin typeface="Trebuchet MS" pitchFamily="34" charset="0"/>
        </a:defRPr>
      </a:lvl2pPr>
      <a:lvl3pPr algn="l" rtl="0" eaLnBrk="0" fontAlgn="base" hangingPunct="0">
        <a:spcBef>
          <a:spcPct val="0"/>
        </a:spcBef>
        <a:spcAft>
          <a:spcPct val="0"/>
        </a:spcAft>
        <a:defRPr sz="3600">
          <a:solidFill>
            <a:schemeClr val="tx1"/>
          </a:solidFill>
          <a:latin typeface="Trebuchet MS" pitchFamily="34" charset="0"/>
        </a:defRPr>
      </a:lvl3pPr>
      <a:lvl4pPr algn="l" rtl="0" eaLnBrk="0" fontAlgn="base" hangingPunct="0">
        <a:spcBef>
          <a:spcPct val="0"/>
        </a:spcBef>
        <a:spcAft>
          <a:spcPct val="0"/>
        </a:spcAft>
        <a:defRPr sz="3600">
          <a:solidFill>
            <a:schemeClr val="tx1"/>
          </a:solidFill>
          <a:latin typeface="Trebuchet MS" pitchFamily="34" charset="0"/>
        </a:defRPr>
      </a:lvl4pPr>
      <a:lvl5pPr algn="l" rtl="0" eaLnBrk="0" fontAlgn="base" hangingPunct="0">
        <a:spcBef>
          <a:spcPct val="0"/>
        </a:spcBef>
        <a:spcAft>
          <a:spcPct val="0"/>
        </a:spcAft>
        <a:defRPr sz="3600">
          <a:solidFill>
            <a:schemeClr val="tx1"/>
          </a:solidFill>
          <a:latin typeface="Trebuchet MS"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extLst/>
    </p:titleStyle>
    <p:body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a:solidFill>
            <a:schemeClr val="tx1"/>
          </a:solidFill>
          <a:latin typeface="+mn-lt"/>
          <a:ea typeface="+mn-ea"/>
          <a:cs typeface="+mn-cs"/>
        </a:defRPr>
      </a:lvl5pPr>
      <a:lvl6pPr marL="2514600" indent="-228600" algn="l" rtl="0" eaLnBrk="1" latinLnBrk="0" hangingPunct="1">
        <a:spcBef>
          <a:spcPct val="20000"/>
        </a:spcBef>
        <a:buChar char="•"/>
        <a:defRPr sz="2000">
          <a:solidFill>
            <a:schemeClr val="tx1"/>
          </a:solidFill>
          <a:latin typeface="+mn-lt"/>
          <a:ea typeface="+mn-ea"/>
          <a:cs typeface="+mn-cs"/>
        </a:defRPr>
      </a:lvl6pPr>
      <a:lvl7pPr marL="2971800" indent="-228600" algn="l" rtl="0" eaLnBrk="1" latinLnBrk="0" hangingPunct="1">
        <a:spcBef>
          <a:spcPct val="20000"/>
        </a:spcBef>
        <a:buChar char="•"/>
        <a:defRPr sz="2000">
          <a:solidFill>
            <a:schemeClr val="tx1"/>
          </a:solidFill>
          <a:latin typeface="+mn-lt"/>
          <a:ea typeface="+mn-ea"/>
          <a:cs typeface="+mn-cs"/>
        </a:defRPr>
      </a:lvl7pPr>
      <a:lvl8pPr marL="3429000" indent="-228600" algn="l" rtl="0" eaLnBrk="1" latinLnBrk="0" hangingPunct="1">
        <a:spcBef>
          <a:spcPct val="20000"/>
        </a:spcBef>
        <a:buChar char="•"/>
        <a:defRPr sz="2000">
          <a:solidFill>
            <a:schemeClr val="tx1"/>
          </a:solidFill>
          <a:latin typeface="+mn-lt"/>
          <a:ea typeface="+mn-ea"/>
          <a:cs typeface="+mn-cs"/>
        </a:defRPr>
      </a:lvl8pPr>
      <a:lvl9pPr marL="3886200" indent="-228600" algn="l" rtl="0" eaLnBrk="1" latinLnBrk="0" hangingPunct="1">
        <a:spcBef>
          <a:spcPct val="20000"/>
        </a:spcBef>
        <a:buChar char="•"/>
        <a:defRPr sz="2000">
          <a:solidFill>
            <a:schemeClr val="tx1"/>
          </a:solidFill>
          <a:latin typeface="+mn-lt"/>
          <a:ea typeface="+mn-ea"/>
          <a:cs typeface="+mn-cs"/>
        </a:defRPr>
      </a:lvl9pPr>
      <a:extLst/>
    </p:bodyStyle>
    <p:otherStyle>
      <a:lvl1pPr marL="0" algn="l" rtl="0" eaLnBrk="1" hangingPunct="1">
        <a:defRPr>
          <a:solidFill>
            <a:schemeClr val="tx1"/>
          </a:solidFill>
          <a:latin typeface="+mn-lt"/>
          <a:ea typeface="+mn-ea"/>
          <a:cs typeface="+mn-cs"/>
        </a:defRPr>
      </a:lvl1pPr>
      <a:lvl2pPr marL="457200" algn="l" rtl="0" eaLnBrk="1" hangingPunct="1">
        <a:defRPr>
          <a:solidFill>
            <a:schemeClr val="tx1"/>
          </a:solidFill>
          <a:latin typeface="+mn-lt"/>
          <a:ea typeface="+mn-ea"/>
          <a:cs typeface="+mn-cs"/>
        </a:defRPr>
      </a:lvl2pPr>
      <a:lvl3pPr marL="914400" algn="l" rtl="0" eaLnBrk="1" hangingPunct="1">
        <a:defRPr>
          <a:solidFill>
            <a:schemeClr val="tx1"/>
          </a:solidFill>
          <a:latin typeface="+mn-lt"/>
          <a:ea typeface="+mn-ea"/>
          <a:cs typeface="+mn-cs"/>
        </a:defRPr>
      </a:lvl3pPr>
      <a:lvl4pPr marL="1371600" algn="l" rtl="0" eaLnBrk="1" hangingPunct="1">
        <a:defRPr>
          <a:solidFill>
            <a:schemeClr val="tx1"/>
          </a:solidFill>
          <a:latin typeface="+mn-lt"/>
          <a:ea typeface="+mn-ea"/>
          <a:cs typeface="+mn-cs"/>
        </a:defRPr>
      </a:lvl4pPr>
      <a:lvl5pPr marL="1828800" algn="l" rtl="0" eaLnBrk="1" hangingPunct="1">
        <a:defRPr>
          <a:solidFill>
            <a:schemeClr val="tx1"/>
          </a:solidFill>
          <a:latin typeface="+mn-lt"/>
          <a:ea typeface="+mn-ea"/>
          <a:cs typeface="+mn-cs"/>
        </a:defRPr>
      </a:lvl5pPr>
      <a:lvl6pPr marL="2286000" algn="l" rtl="0" eaLnBrk="1" hangingPunct="1">
        <a:defRPr>
          <a:solidFill>
            <a:schemeClr val="tx1"/>
          </a:solidFill>
          <a:latin typeface="+mn-lt"/>
          <a:ea typeface="+mn-ea"/>
          <a:cs typeface="+mn-cs"/>
        </a:defRPr>
      </a:lvl6pPr>
      <a:lvl7pPr marL="2743200" algn="l" rtl="0" eaLnBrk="1" hangingPunct="1">
        <a:defRPr>
          <a:solidFill>
            <a:schemeClr val="tx1"/>
          </a:solidFill>
          <a:latin typeface="+mn-lt"/>
          <a:ea typeface="+mn-ea"/>
          <a:cs typeface="+mn-cs"/>
        </a:defRPr>
      </a:lvl7pPr>
      <a:lvl8pPr marL="3200400" algn="l" rtl="0" eaLnBrk="1" hangingPunct="1">
        <a:defRPr>
          <a:solidFill>
            <a:schemeClr val="tx1"/>
          </a:solidFill>
          <a:latin typeface="+mn-lt"/>
          <a:ea typeface="+mn-ea"/>
          <a:cs typeface="+mn-cs"/>
        </a:defRPr>
      </a:lvl8pPr>
      <a:lvl9pPr marL="3657600" algn="l" rtl="0" eaLnBrk="1" hangingPunct="1">
        <a:defRPr>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50" name="Title Placeholder 21"/>
          <p:cNvSpPr>
            <a:spLocks noGrp="1"/>
          </p:cNvSpPr>
          <p:nvPr>
            <p:ph type="title"/>
          </p:nvPr>
        </p:nvSpPr>
        <p:spPr bwMode="auto">
          <a:xfrm>
            <a:off x="457200" y="152400"/>
            <a:ext cx="8229600" cy="990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2051" name="Text Placeholder 12"/>
          <p:cNvSpPr>
            <a:spLocks noGrp="1"/>
          </p:cNvSpPr>
          <p:nvPr>
            <p:ph type="body" idx="1"/>
          </p:nvPr>
        </p:nvSpPr>
        <p:spPr bwMode="auto">
          <a:xfrm>
            <a:off x="457200" y="1219200"/>
            <a:ext cx="8229600" cy="4910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p:cNvSpPr>
            <a:spLocks noGrp="1"/>
          </p:cNvSpPr>
          <p:nvPr>
            <p:ph type="dt" sz="half" idx="2"/>
          </p:nvPr>
        </p:nvSpPr>
        <p:spPr>
          <a:xfrm>
            <a:off x="6400800" y="6356350"/>
            <a:ext cx="2289175" cy="365125"/>
          </a:xfrm>
          <a:prstGeom prst="rect">
            <a:avLst/>
          </a:prstGeom>
        </p:spPr>
        <p:txBody>
          <a:bodyPr vert="horz"/>
          <a:lstStyle>
            <a:lvl1pPr algn="l" eaLnBrk="1" latinLnBrk="0" hangingPunct="1">
              <a:defRPr kumimoji="0" sz="1400" smtClean="0">
                <a:solidFill>
                  <a:schemeClr val="tx2"/>
                </a:solidFill>
              </a:defRPr>
            </a:lvl1pPr>
          </a:lstStyle>
          <a:p>
            <a:pPr>
              <a:defRPr/>
            </a:pPr>
            <a:fld id="{575BC6E7-015E-48A6-B758-C2D8353A6D58}" type="datetimeFigureOut">
              <a:rPr lang="en-US"/>
              <a:pPr>
                <a:defRPr/>
              </a:pPr>
              <a:t>03-Feb-26</a:t>
            </a:fld>
            <a:endParaRPr lang="en-US" sz="1050" dirty="0"/>
          </a:p>
        </p:txBody>
      </p:sp>
      <p:sp>
        <p:nvSpPr>
          <p:cNvPr id="3" name="Footer Placeholder 2"/>
          <p:cNvSpPr>
            <a:spLocks noGrp="1"/>
          </p:cNvSpPr>
          <p:nvPr>
            <p:ph type="ftr" sz="quarter" idx="3"/>
          </p:nvPr>
        </p:nvSpPr>
        <p:spPr>
          <a:xfrm>
            <a:off x="2898775" y="6356350"/>
            <a:ext cx="3505200" cy="365125"/>
          </a:xfrm>
          <a:prstGeom prst="rect">
            <a:avLst/>
          </a:prstGeom>
        </p:spPr>
        <p:txBody>
          <a:bodyPr vert="horz"/>
          <a:lstStyle>
            <a:lvl1pPr algn="r" eaLnBrk="1" latinLnBrk="0" hangingPunct="1">
              <a:defRPr kumimoji="0" sz="1400">
                <a:solidFill>
                  <a:schemeClr val="tx2"/>
                </a:solidFill>
              </a:defRPr>
            </a:lvl1pPr>
          </a:lstStyle>
          <a:p>
            <a:pPr>
              <a:defRPr/>
            </a:pPr>
            <a:endParaRPr lang="en-US"/>
          </a:p>
        </p:txBody>
      </p:sp>
      <p:sp>
        <p:nvSpPr>
          <p:cNvPr id="23" name="Slide Number Placeholder 22"/>
          <p:cNvSpPr>
            <a:spLocks noGrp="1"/>
          </p:cNvSpPr>
          <p:nvPr>
            <p:ph type="sldNum" sz="quarter" idx="4"/>
          </p:nvPr>
        </p:nvSpPr>
        <p:spPr>
          <a:xfrm>
            <a:off x="612775" y="6356350"/>
            <a:ext cx="1981200" cy="365125"/>
          </a:xfrm>
          <a:prstGeom prst="rect">
            <a:avLst/>
          </a:prstGeom>
        </p:spPr>
        <p:txBody>
          <a:bodyPr vert="horz"/>
          <a:lstStyle>
            <a:lvl1pPr algn="l" eaLnBrk="1" latinLnBrk="0" hangingPunct="1">
              <a:defRPr kumimoji="0" sz="1400" smtClean="0">
                <a:solidFill>
                  <a:schemeClr val="tx2"/>
                </a:solidFill>
              </a:defRPr>
            </a:lvl1pPr>
          </a:lstStyle>
          <a:p>
            <a:pPr>
              <a:defRPr/>
            </a:pPr>
            <a:fld id="{D5776370-B80A-4DF5-8003-1C690B34D75F}" type="slidenum">
              <a:rPr lang="en-US"/>
              <a:pPr>
                <a:defRPr/>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a:lstStyle/>
          <a:p>
            <a:pPr>
              <a:defRPr/>
            </a:pPr>
            <a:endParaRPr lang="en-US"/>
          </a:p>
        </p:txBody>
      </p:sp>
      <p:sp>
        <p:nvSpPr>
          <p:cNvPr id="10" name="Isosceles Triangle 9"/>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58" r:id="rId4"/>
    <p:sldLayoutId id="2147483759" r:id="rId5"/>
    <p:sldLayoutId id="2147483772" r:id="rId6"/>
    <p:sldLayoutId id="2147483773" r:id="rId7"/>
    <p:sldLayoutId id="2147483774" r:id="rId8"/>
    <p:sldLayoutId id="2147483775" r:id="rId9"/>
    <p:sldLayoutId id="2147483760" r:id="rId10"/>
    <p:sldLayoutId id="2147483776" r:id="rId11"/>
  </p:sldLayoutIdLst>
  <p:transition>
    <p:wipe dir="d"/>
  </p:transition>
  <p:txStyles>
    <p:titleStyle>
      <a:lvl1pPr algn="l" rtl="0" fontAlgn="base">
        <a:spcBef>
          <a:spcPct val="0"/>
        </a:spcBef>
        <a:spcAft>
          <a:spcPct val="0"/>
        </a:spcAft>
        <a:defRPr sz="3200" kern="1200">
          <a:solidFill>
            <a:schemeClr val="tx2"/>
          </a:solidFill>
          <a:latin typeface="+mj-lt"/>
          <a:ea typeface="+mj-ea"/>
          <a:cs typeface="+mj-cs"/>
        </a:defRPr>
      </a:lvl1pPr>
      <a:lvl2pPr algn="l" rtl="0" fontAlgn="base">
        <a:spcBef>
          <a:spcPct val="0"/>
        </a:spcBef>
        <a:spcAft>
          <a:spcPct val="0"/>
        </a:spcAft>
        <a:defRPr sz="3200">
          <a:solidFill>
            <a:schemeClr val="tx2"/>
          </a:solidFill>
          <a:latin typeface="Bookman Old Style" pitchFamily="18" charset="0"/>
        </a:defRPr>
      </a:lvl2pPr>
      <a:lvl3pPr algn="l" rtl="0" fontAlgn="base">
        <a:spcBef>
          <a:spcPct val="0"/>
        </a:spcBef>
        <a:spcAft>
          <a:spcPct val="0"/>
        </a:spcAft>
        <a:defRPr sz="3200">
          <a:solidFill>
            <a:schemeClr val="tx2"/>
          </a:solidFill>
          <a:latin typeface="Bookman Old Style" pitchFamily="18" charset="0"/>
        </a:defRPr>
      </a:lvl3pPr>
      <a:lvl4pPr algn="l" rtl="0" fontAlgn="base">
        <a:spcBef>
          <a:spcPct val="0"/>
        </a:spcBef>
        <a:spcAft>
          <a:spcPct val="0"/>
        </a:spcAft>
        <a:defRPr sz="3200">
          <a:solidFill>
            <a:schemeClr val="tx2"/>
          </a:solidFill>
          <a:latin typeface="Bookman Old Style" pitchFamily="18" charset="0"/>
        </a:defRPr>
      </a:lvl4pPr>
      <a:lvl5pPr algn="l" rtl="0" fontAlgn="base">
        <a:spcBef>
          <a:spcPct val="0"/>
        </a:spcBef>
        <a:spcAft>
          <a:spcPct val="0"/>
        </a:spcAft>
        <a:defRPr sz="3200">
          <a:solidFill>
            <a:schemeClr val="tx2"/>
          </a:solidFill>
          <a:latin typeface="Bookman Old Style" pitchFamily="18" charset="0"/>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p:titleStyle>
    <p:bodyStyle>
      <a:lvl1pPr marL="273050" indent="-273050" algn="l" rtl="0" fontAlgn="base">
        <a:spcBef>
          <a:spcPts val="600"/>
        </a:spcBef>
        <a:spcAft>
          <a:spcPct val="0"/>
        </a:spcAft>
        <a:buClr>
          <a:schemeClr val="accent1"/>
        </a:buClr>
        <a:buSzPct val="76000"/>
        <a:buFont typeface="Wingdings 3" pitchFamily="18" charset="2"/>
        <a:buChar char=""/>
        <a:defRPr sz="2600" kern="1200">
          <a:solidFill>
            <a:schemeClr val="tx1"/>
          </a:solidFill>
          <a:latin typeface="+mn-lt"/>
          <a:ea typeface="+mn-ea"/>
          <a:cs typeface="+mn-cs"/>
        </a:defRPr>
      </a:lvl1pPr>
      <a:lvl2pPr marL="547688" indent="-273050" algn="l" rtl="0" fontAlgn="base">
        <a:spcBef>
          <a:spcPts val="500"/>
        </a:spcBef>
        <a:spcAft>
          <a:spcPct val="0"/>
        </a:spcAft>
        <a:buClr>
          <a:schemeClr val="accent2"/>
        </a:buClr>
        <a:buSzPct val="76000"/>
        <a:buFont typeface="Wingdings 3" pitchFamily="18" charset="2"/>
        <a:buChar char=""/>
        <a:defRPr sz="2300" kern="1200">
          <a:solidFill>
            <a:schemeClr val="tx2"/>
          </a:solidFill>
          <a:latin typeface="+mn-lt"/>
          <a:ea typeface="+mn-ea"/>
          <a:cs typeface="+mn-cs"/>
        </a:defRPr>
      </a:lvl2pPr>
      <a:lvl3pPr marL="822325" indent="-228600" algn="l" rtl="0" fontAlgn="base">
        <a:spcBef>
          <a:spcPts val="500"/>
        </a:spcBef>
        <a:spcAft>
          <a:spcPct val="0"/>
        </a:spcAft>
        <a:buClr>
          <a:srgbClr val="BCBCBC"/>
        </a:buClr>
        <a:buSzPct val="76000"/>
        <a:buFont typeface="Wingdings 3" pitchFamily="18" charset="2"/>
        <a:buChar char=""/>
        <a:defRPr sz="2000" kern="1200">
          <a:solidFill>
            <a:schemeClr val="tx1"/>
          </a:solidFill>
          <a:latin typeface="+mn-lt"/>
          <a:ea typeface="+mn-ea"/>
          <a:cs typeface="+mn-cs"/>
        </a:defRPr>
      </a:lvl3pPr>
      <a:lvl4pPr marL="1096963" indent="-228600" algn="l" rtl="0" fontAlgn="base">
        <a:spcBef>
          <a:spcPts val="400"/>
        </a:spcBef>
        <a:spcAft>
          <a:spcPct val="0"/>
        </a:spcAft>
        <a:buClr>
          <a:srgbClr val="8BA2B4"/>
        </a:buClr>
        <a:buSzPct val="70000"/>
        <a:buFont typeface="Wingdings" pitchFamily="2" charset="2"/>
        <a:buChar char=""/>
        <a:defRPr kern="1200">
          <a:solidFill>
            <a:schemeClr val="tx1"/>
          </a:solidFill>
          <a:latin typeface="+mn-lt"/>
          <a:ea typeface="+mn-ea"/>
          <a:cs typeface="+mn-cs"/>
        </a:defRPr>
      </a:lvl4pPr>
      <a:lvl5pPr marL="1371600" indent="-228600" algn="l" rtl="0" fontAlgn="base">
        <a:spcBef>
          <a:spcPts val="300"/>
        </a:spcBef>
        <a:spcAft>
          <a:spcPct val="0"/>
        </a:spcAft>
        <a:buClr>
          <a:schemeClr val="accent2"/>
        </a:buClr>
        <a:buSzPct val="70000"/>
        <a:buFont typeface="Wingdings" pitchFamily="2" charset="2"/>
        <a:buChar char=""/>
        <a:defRPr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Oval 28"/>
          <p:cNvSpPr/>
          <p:nvPr/>
        </p:nvSpPr>
        <p:spPr>
          <a:xfrm>
            <a:off x="8572500" y="6038850"/>
            <a:ext cx="152400" cy="152400"/>
          </a:xfrm>
          <a:prstGeom prst="ellipse">
            <a:avLst/>
          </a:prstGeom>
        </p:spPr>
        <p:style>
          <a:lnRef idx="1">
            <a:schemeClr val="accent6"/>
          </a:lnRef>
          <a:fillRef idx="3">
            <a:schemeClr val="accent6"/>
          </a:fillRef>
          <a:effectRef idx="3">
            <a:schemeClr val="accent6"/>
          </a:effectRef>
          <a:fontRef idx="minor">
            <a:schemeClr val="lt1"/>
          </a:fontRef>
        </p:style>
        <p:txBody>
          <a:bodyPr anchor="ctr"/>
          <a:lstStyle/>
          <a:p>
            <a:pPr algn="ctr" fontAlgn="auto">
              <a:spcBef>
                <a:spcPts val="0"/>
              </a:spcBef>
              <a:spcAft>
                <a:spcPts val="0"/>
              </a:spcAft>
              <a:defRPr/>
            </a:pPr>
            <a:endParaRPr lang="en-US" dirty="0"/>
          </a:p>
        </p:txBody>
      </p:sp>
      <p:sp>
        <p:nvSpPr>
          <p:cNvPr id="27" name="Oval 28"/>
          <p:cNvSpPr/>
          <p:nvPr/>
        </p:nvSpPr>
        <p:spPr>
          <a:xfrm>
            <a:off x="8572500" y="6324600"/>
            <a:ext cx="152400" cy="152400"/>
          </a:xfrm>
          <a:prstGeom prst="ellipse">
            <a:avLst/>
          </a:prstGeom>
        </p:spPr>
        <p:style>
          <a:lnRef idx="1">
            <a:schemeClr val="accent4"/>
          </a:lnRef>
          <a:fillRef idx="3">
            <a:schemeClr val="accent4"/>
          </a:fillRef>
          <a:effectRef idx="3">
            <a:schemeClr val="accent4"/>
          </a:effectRef>
          <a:fontRef idx="minor">
            <a:schemeClr val="lt1"/>
          </a:fontRef>
        </p:style>
        <p:txBody>
          <a:bodyPr anchor="ctr"/>
          <a:lstStyle/>
          <a:p>
            <a:pPr algn="ctr" fontAlgn="auto">
              <a:spcBef>
                <a:spcPts val="0"/>
              </a:spcBef>
              <a:spcAft>
                <a:spcPts val="0"/>
              </a:spcAft>
              <a:defRPr/>
            </a:pPr>
            <a:endParaRPr lang="en-US"/>
          </a:p>
        </p:txBody>
      </p:sp>
      <p:sp>
        <p:nvSpPr>
          <p:cNvPr id="4" name="Oval 28"/>
          <p:cNvSpPr/>
          <p:nvPr/>
        </p:nvSpPr>
        <p:spPr>
          <a:xfrm>
            <a:off x="8572500" y="5476875"/>
            <a:ext cx="152400" cy="152400"/>
          </a:xfrm>
          <a:prstGeom prst="ellipse">
            <a:avLst/>
          </a:prstGeom>
        </p:spPr>
        <p:style>
          <a:lnRef idx="1">
            <a:schemeClr val="accent1"/>
          </a:lnRef>
          <a:fillRef idx="3">
            <a:schemeClr val="accent1"/>
          </a:fillRef>
          <a:effectRef idx="3">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Oval 28"/>
          <p:cNvSpPr/>
          <p:nvPr/>
        </p:nvSpPr>
        <p:spPr>
          <a:xfrm>
            <a:off x="8572500" y="5753100"/>
            <a:ext cx="152400" cy="152400"/>
          </a:xfrm>
          <a:prstGeom prst="ellipse">
            <a:avLst/>
          </a:prstGeom>
        </p:spPr>
        <p:style>
          <a:lnRef idx="1">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a:p>
        </p:txBody>
      </p:sp>
      <p:sp>
        <p:nvSpPr>
          <p:cNvPr id="19470" name="Rectangle 24"/>
          <p:cNvSpPr>
            <a:spLocks noGrp="1"/>
          </p:cNvSpPr>
          <p:nvPr>
            <p:ph type="ctrTitle"/>
          </p:nvPr>
        </p:nvSpPr>
        <p:spPr/>
        <p:txBody>
          <a:bodyPr/>
          <a:lstStyle/>
          <a:p>
            <a:r>
              <a:rPr lang="en-US" dirty="0"/>
              <a:t>Interviewing Skills</a:t>
            </a:r>
          </a:p>
        </p:txBody>
      </p:sp>
      <p:sp>
        <p:nvSpPr>
          <p:cNvPr id="10255" name="Rectangle 25"/>
          <p:cNvSpPr>
            <a:spLocks noGrp="1"/>
          </p:cNvSpPr>
          <p:nvPr>
            <p:ph type="subTitle" idx="1"/>
          </p:nvPr>
        </p:nvSpPr>
        <p:spPr>
          <a:xfrm>
            <a:off x="0" y="5029200"/>
            <a:ext cx="8097838" cy="762000"/>
          </a:xfrm>
        </p:spPr>
        <p:txBody>
          <a:bodyPr>
            <a:normAutofit/>
          </a:bodyPr>
          <a:lstStyle/>
          <a:p>
            <a:pPr fontAlgn="auto">
              <a:spcAft>
                <a:spcPts val="0"/>
              </a:spcAft>
              <a:buFont typeface="Wingdings 3"/>
              <a:buNone/>
              <a:defRPr/>
            </a:pPr>
            <a:endParaRPr lang="en-US" dirty="0"/>
          </a:p>
        </p:txBody>
      </p:sp>
    </p:spTree>
  </p:cSld>
  <p:clrMapOvr>
    <a:masterClrMapping/>
  </p:clrMapOvr>
  <p:transition>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itle 2"/>
          <p:cNvSpPr>
            <a:spLocks noGrp="1"/>
          </p:cNvSpPr>
          <p:nvPr>
            <p:ph type="title"/>
          </p:nvPr>
        </p:nvSpPr>
        <p:spPr/>
        <p:txBody>
          <a:bodyPr anchor="ctr"/>
          <a:lstStyle/>
          <a:p>
            <a:pPr algn="ctr"/>
            <a:r>
              <a:rPr lang="en-US" b="1" dirty="0"/>
              <a:t>What is an interview</a:t>
            </a:r>
          </a:p>
        </p:txBody>
      </p:sp>
      <p:sp>
        <p:nvSpPr>
          <p:cNvPr id="12290" name="Content Placeholder 1"/>
          <p:cNvSpPr>
            <a:spLocks noGrp="1"/>
          </p:cNvSpPr>
          <p:nvPr>
            <p:ph sz="quarter" idx="1"/>
          </p:nvPr>
        </p:nvSpPr>
        <p:spPr>
          <a:xfrm>
            <a:off x="533400" y="1371600"/>
            <a:ext cx="8001000" cy="4800600"/>
          </a:xfrm>
        </p:spPr>
        <p:txBody>
          <a:bodyPr anchor="ctr"/>
          <a:lstStyle/>
          <a:p>
            <a:r>
              <a:rPr lang="en-US" sz="2400" dirty="0"/>
              <a:t>An interview is a conversation between the employer and the potential candidate, for both to learn more about each other and about the vacancy on hand.</a:t>
            </a:r>
            <a:br>
              <a:rPr lang="en-US" sz="2400" dirty="0"/>
            </a:br>
            <a:endParaRPr lang="en-US" sz="2400" dirty="0"/>
          </a:p>
          <a:p>
            <a:r>
              <a:rPr lang="en-US" sz="2400" dirty="0"/>
              <a:t>Both parties have a need: you want a job and the employer wants to find the right person to fill the job.</a:t>
            </a:r>
            <a:br>
              <a:rPr lang="en-US" sz="2400" dirty="0"/>
            </a:br>
            <a:endParaRPr lang="en-US" sz="2400" dirty="0"/>
          </a:p>
          <a:p>
            <a:r>
              <a:rPr lang="en-US" sz="2400" dirty="0"/>
              <a:t>Interviews are your opportunity to make a lasting and positive impression while differentiating yourself from others.</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291"/>
                                        </p:tgtEl>
                                        <p:attrNameLst>
                                          <p:attrName>style.visibility</p:attrName>
                                        </p:attrNameLst>
                                      </p:cBhvr>
                                      <p:to>
                                        <p:strVal val="visible"/>
                                      </p:to>
                                    </p:set>
                                    <p:animEffect transition="in" filter="wipe(down)">
                                      <p:cBhvr>
                                        <p:cTn id="7" dur="500"/>
                                        <p:tgtEl>
                                          <p:spTgt spid="12291"/>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2290">
                                            <p:txEl>
                                              <p:pRg st="0" end="0"/>
                                            </p:txEl>
                                          </p:spTgt>
                                        </p:tgtEl>
                                        <p:attrNameLst>
                                          <p:attrName>style.visibility</p:attrName>
                                        </p:attrNameLst>
                                      </p:cBhvr>
                                      <p:to>
                                        <p:strVal val="visible"/>
                                      </p:to>
                                    </p:set>
                                    <p:animEffect transition="in" filter="slide(fromBottom)">
                                      <p:cBhvr>
                                        <p:cTn id="12" dur="500"/>
                                        <p:tgtEl>
                                          <p:spTgt spid="1229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2290">
                                            <p:txEl>
                                              <p:pRg st="1" end="1"/>
                                            </p:txEl>
                                          </p:spTgt>
                                        </p:tgtEl>
                                        <p:attrNameLst>
                                          <p:attrName>style.visibility</p:attrName>
                                        </p:attrNameLst>
                                      </p:cBhvr>
                                      <p:to>
                                        <p:strVal val="visible"/>
                                      </p:to>
                                    </p:set>
                                    <p:animEffect transition="in" filter="slide(fromBottom)">
                                      <p:cBhvr>
                                        <p:cTn id="17" dur="500"/>
                                        <p:tgtEl>
                                          <p:spTgt spid="1229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2290">
                                            <p:txEl>
                                              <p:pRg st="2" end="2"/>
                                            </p:txEl>
                                          </p:spTgt>
                                        </p:tgtEl>
                                        <p:attrNameLst>
                                          <p:attrName>style.visibility</p:attrName>
                                        </p:attrNameLst>
                                      </p:cBhvr>
                                      <p:to>
                                        <p:strVal val="visible"/>
                                      </p:to>
                                    </p:set>
                                    <p:animEffect transition="in" filter="slide(fromBottom)">
                                      <p:cBhvr>
                                        <p:cTn id="22" dur="500"/>
                                        <p:tgtEl>
                                          <p:spTgt spid="1229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p:bldP spid="12290"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itle 2"/>
          <p:cNvSpPr>
            <a:spLocks noGrp="1"/>
          </p:cNvSpPr>
          <p:nvPr>
            <p:ph type="title"/>
          </p:nvPr>
        </p:nvSpPr>
        <p:spPr/>
        <p:txBody>
          <a:bodyPr anchor="ctr"/>
          <a:lstStyle/>
          <a:p>
            <a:pPr algn="ctr"/>
            <a:r>
              <a:rPr lang="en-US" b="1" dirty="0">
                <a:cs typeface="Times New Roman" pitchFamily="18" charset="0"/>
              </a:rPr>
              <a:t>What is an interviewer seeking</a:t>
            </a:r>
            <a:endParaRPr lang="en-US" b="1" dirty="0"/>
          </a:p>
        </p:txBody>
      </p:sp>
      <p:sp>
        <p:nvSpPr>
          <p:cNvPr id="2" name="Content Placeholder 1"/>
          <p:cNvSpPr>
            <a:spLocks noGrp="1"/>
          </p:cNvSpPr>
          <p:nvPr>
            <p:ph sz="quarter" idx="1"/>
          </p:nvPr>
        </p:nvSpPr>
        <p:spPr>
          <a:xfrm>
            <a:off x="838200" y="1219200"/>
            <a:ext cx="7772400" cy="5105400"/>
          </a:xfrm>
        </p:spPr>
        <p:txBody>
          <a:bodyPr anchor="ctr">
            <a:normAutofit/>
          </a:bodyPr>
          <a:lstStyle/>
          <a:p>
            <a:pPr marL="274320" indent="-274320" fontAlgn="auto">
              <a:spcAft>
                <a:spcPts val="0"/>
              </a:spcAft>
              <a:buFont typeface="Wingdings 3"/>
              <a:buChar char=""/>
              <a:defRPr/>
            </a:pPr>
            <a:r>
              <a:rPr lang="en-US" sz="2400" dirty="0"/>
              <a:t>Three main areas employers look at in the selection process:</a:t>
            </a:r>
            <a:br>
              <a:rPr lang="en-US" sz="2400" dirty="0"/>
            </a:br>
            <a:endParaRPr lang="en-US" dirty="0"/>
          </a:p>
          <a:p>
            <a:pPr marL="457200" indent="-457200" fontAlgn="auto">
              <a:spcAft>
                <a:spcPts val="0"/>
              </a:spcAft>
              <a:buFont typeface="+mj-lt"/>
              <a:buAutoNum type="arabicPeriod"/>
              <a:defRPr/>
            </a:pPr>
            <a:r>
              <a:rPr lang="en-US" sz="2400" b="1" dirty="0"/>
              <a:t>What can you do for us?</a:t>
            </a:r>
            <a:br>
              <a:rPr lang="en-US" dirty="0"/>
            </a:br>
            <a:r>
              <a:rPr lang="en-US" sz="1600" dirty="0">
                <a:cs typeface="Times New Roman" pitchFamily="18" charset="0"/>
              </a:rPr>
              <a:t>This can be demonstrated through your educational background, prior experience, special skills and knowledge.</a:t>
            </a:r>
            <a:endParaRPr lang="en-US" sz="1600" dirty="0"/>
          </a:p>
          <a:p>
            <a:pPr marL="457200" indent="-457200" fontAlgn="auto">
              <a:spcAft>
                <a:spcPts val="0"/>
              </a:spcAft>
              <a:buFont typeface="+mj-lt"/>
              <a:buAutoNum type="arabicPeriod"/>
              <a:defRPr/>
            </a:pPr>
            <a:r>
              <a:rPr lang="en-US" sz="2400" b="1" dirty="0"/>
              <a:t>Why do you want to work with us?</a:t>
            </a:r>
            <a:br>
              <a:rPr lang="en-US" dirty="0"/>
            </a:br>
            <a:r>
              <a:rPr lang="en-US" sz="1600" dirty="0"/>
              <a:t>As a candidate you should understand the company’s goal before applying, and if it fits your long term –as well as your short term goals, then go for it and be sure you’ll be one of the team soon.</a:t>
            </a:r>
          </a:p>
          <a:p>
            <a:pPr marL="457200" indent="-457200" fontAlgn="auto">
              <a:spcAft>
                <a:spcPts val="0"/>
              </a:spcAft>
              <a:buFont typeface="+mj-lt"/>
              <a:buAutoNum type="arabicPeriod"/>
              <a:defRPr/>
            </a:pPr>
            <a:r>
              <a:rPr lang="en-US" sz="2400" b="1" dirty="0"/>
              <a:t>What are you like once we’ve gotten to know you?</a:t>
            </a:r>
            <a:br>
              <a:rPr lang="en-US" dirty="0"/>
            </a:br>
            <a:r>
              <a:rPr lang="en-US" sz="1600" dirty="0"/>
              <a:t>Employers are looking at areas such as your motivation, creativity, problem-solving abilities, and team work skills, and how these skills will continue once you are hired. </a:t>
            </a:r>
            <a:endParaRPr lang="en-US" sz="1600" dirty="0">
              <a:latin typeface="Times New Roman" pitchFamily="18" charset="0"/>
              <a:cs typeface="Times New Roman" pitchFamily="18" charset="0"/>
            </a:endParaRPr>
          </a:p>
          <a:p>
            <a:pPr marL="274320" indent="-274320" fontAlgn="auto">
              <a:spcAft>
                <a:spcPts val="0"/>
              </a:spcAft>
              <a:buFontTx/>
              <a:buNone/>
              <a:defRPr/>
            </a:pPr>
            <a:endParaRPr lang="en-US"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wipe(down)">
                                      <p:cBhvr>
                                        <p:cTn id="7" dur="500"/>
                                        <p:tgtEl>
                                          <p:spTgt spid="1331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slide(fromBottom)">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slide(fromBottom)">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slide(fromBottom)">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slide(fromBottom)">
                                      <p:cBhvr>
                                        <p:cTn id="2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2"/>
          <p:cNvSpPr>
            <a:spLocks noGrp="1"/>
          </p:cNvSpPr>
          <p:nvPr>
            <p:ph type="title"/>
          </p:nvPr>
        </p:nvSpPr>
        <p:spPr/>
        <p:txBody>
          <a:bodyPr anchor="ctr"/>
          <a:lstStyle/>
          <a:p>
            <a:pPr algn="ctr"/>
            <a:r>
              <a:rPr lang="en-US" b="1" dirty="0"/>
              <a:t>What is a candidate seeking</a:t>
            </a:r>
          </a:p>
        </p:txBody>
      </p:sp>
      <p:sp>
        <p:nvSpPr>
          <p:cNvPr id="2" name="Content Placeholder 1"/>
          <p:cNvSpPr>
            <a:spLocks noGrp="1"/>
          </p:cNvSpPr>
          <p:nvPr>
            <p:ph sz="quarter" idx="1"/>
          </p:nvPr>
        </p:nvSpPr>
        <p:spPr>
          <a:xfrm>
            <a:off x="457200" y="1219200"/>
            <a:ext cx="8229600" cy="4937125"/>
          </a:xfrm>
        </p:spPr>
        <p:txBody>
          <a:bodyPr anchor="ctr">
            <a:normAutofit/>
          </a:bodyPr>
          <a:lstStyle/>
          <a:p>
            <a:pPr marL="274320" indent="-274320" fontAlgn="auto">
              <a:spcAft>
                <a:spcPts val="0"/>
              </a:spcAft>
              <a:buFont typeface="Wingdings 3"/>
              <a:buChar char=""/>
              <a:defRPr/>
            </a:pPr>
            <a:r>
              <a:rPr lang="en-US" sz="2400" dirty="0"/>
              <a:t>Many candidates have a false idea that the interviews are only one-way process.</a:t>
            </a:r>
          </a:p>
          <a:p>
            <a:pPr marL="274320" indent="-274320" fontAlgn="auto">
              <a:spcAft>
                <a:spcPts val="0"/>
              </a:spcAft>
              <a:buFont typeface="Wingdings 3"/>
              <a:buChar char=""/>
              <a:defRPr/>
            </a:pPr>
            <a:r>
              <a:rPr lang="en-US" sz="2400" dirty="0"/>
              <a:t>You can use the same criteria as the employer to get a better understanding of the position and about the organization.</a:t>
            </a:r>
            <a:br>
              <a:rPr lang="en-US" sz="2400" dirty="0"/>
            </a:br>
            <a:endParaRPr lang="en-US" sz="2400" dirty="0"/>
          </a:p>
          <a:p>
            <a:pPr marL="457200" indent="-457200" fontAlgn="auto">
              <a:spcAft>
                <a:spcPts val="0"/>
              </a:spcAft>
              <a:buFont typeface="+mj-lt"/>
              <a:buAutoNum type="arabicPeriod"/>
              <a:defRPr/>
            </a:pPr>
            <a:r>
              <a:rPr lang="en-US" sz="2400" b="1" dirty="0">
                <a:cs typeface="Times New Roman" pitchFamily="18" charset="0"/>
              </a:rPr>
              <a:t>What can you do for me?</a:t>
            </a:r>
            <a:br>
              <a:rPr lang="en-US" dirty="0">
                <a:cs typeface="Times New Roman" pitchFamily="18" charset="0"/>
              </a:rPr>
            </a:br>
            <a:r>
              <a:rPr lang="en-US" sz="1600" dirty="0">
                <a:cs typeface="Times New Roman" pitchFamily="18" charset="0"/>
              </a:rPr>
              <a:t>Ask about the career path, and how can you develop.</a:t>
            </a:r>
          </a:p>
          <a:p>
            <a:pPr marL="457200" indent="-457200" fontAlgn="auto">
              <a:spcAft>
                <a:spcPts val="0"/>
              </a:spcAft>
              <a:buFont typeface="+mj-lt"/>
              <a:buAutoNum type="arabicPeriod"/>
              <a:defRPr/>
            </a:pPr>
            <a:r>
              <a:rPr lang="en-US" sz="2400" b="1" dirty="0">
                <a:cs typeface="Times New Roman" pitchFamily="18" charset="0"/>
              </a:rPr>
              <a:t>Why do I want to work for you?</a:t>
            </a:r>
            <a:br>
              <a:rPr lang="en-US" dirty="0">
                <a:cs typeface="Times New Roman" pitchFamily="18" charset="0"/>
              </a:rPr>
            </a:br>
            <a:r>
              <a:rPr lang="en-US" sz="1600" dirty="0">
                <a:cs typeface="Times New Roman" pitchFamily="18" charset="0"/>
              </a:rPr>
              <a:t>Will working in this organization/industry fit my short-term/ long-term goals?</a:t>
            </a:r>
          </a:p>
          <a:p>
            <a:pPr marL="457200" indent="-457200" fontAlgn="auto">
              <a:spcAft>
                <a:spcPts val="0"/>
              </a:spcAft>
              <a:buFont typeface="+mj-lt"/>
              <a:buAutoNum type="arabicPeriod"/>
              <a:defRPr/>
            </a:pPr>
            <a:r>
              <a:rPr lang="en-US" sz="2400" b="1" dirty="0">
                <a:cs typeface="Times New Roman" pitchFamily="18" charset="0"/>
              </a:rPr>
              <a:t>What are you like once I have gotten to know you?</a:t>
            </a:r>
            <a:br>
              <a:rPr lang="en-US" dirty="0">
                <a:cs typeface="Times New Roman" pitchFamily="18" charset="0"/>
              </a:rPr>
            </a:br>
            <a:r>
              <a:rPr lang="en-US" sz="1600" dirty="0">
                <a:cs typeface="Times New Roman" pitchFamily="18" charset="0"/>
              </a:rPr>
              <a:t>Make sure that the working environment is suitable for you, as you’ll spend minimum of 8 hrs/day working in the company. </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4339"/>
                                        </p:tgtEl>
                                        <p:attrNameLst>
                                          <p:attrName>style.visibility</p:attrName>
                                        </p:attrNameLst>
                                      </p:cBhvr>
                                      <p:to>
                                        <p:strVal val="visible"/>
                                      </p:to>
                                    </p:set>
                                    <p:animEffect transition="in" filter="wipe(down)">
                                      <p:cBhvr>
                                        <p:cTn id="7" dur="500"/>
                                        <p:tgtEl>
                                          <p:spTgt spid="14339"/>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slide(fromBottom)">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slide(fromBottom)">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slide(fromBottom)">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slide(fromBottom)">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slide(fromBottom)">
                                      <p:cBhvr>
                                        <p:cTn id="3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p:bldP spid="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pPr algn="ctr"/>
            <a:r>
              <a:rPr lang="en-US" b="1" dirty="0"/>
              <a:t>Types of Interviews</a:t>
            </a:r>
          </a:p>
        </p:txBody>
      </p:sp>
      <p:sp>
        <p:nvSpPr>
          <p:cNvPr id="3" name="Content Placeholder 2"/>
          <p:cNvSpPr>
            <a:spLocks noGrp="1"/>
          </p:cNvSpPr>
          <p:nvPr>
            <p:ph sz="quarter" idx="1"/>
          </p:nvPr>
        </p:nvSpPr>
        <p:spPr>
          <a:xfrm>
            <a:off x="457200" y="1371600"/>
            <a:ext cx="4191000" cy="4876800"/>
          </a:xfrm>
        </p:spPr>
        <p:txBody>
          <a:bodyPr/>
          <a:lstStyle/>
          <a:p>
            <a:pPr marL="0" indent="0">
              <a:buNone/>
            </a:pPr>
            <a:r>
              <a:rPr lang="en-US" dirty="0"/>
              <a:t>Stress Interviews:</a:t>
            </a:r>
            <a:br>
              <a:rPr lang="en-US" dirty="0"/>
            </a:br>
            <a:endParaRPr lang="en-US" dirty="0"/>
          </a:p>
          <a:p>
            <a:pPr marL="514350" indent="-514350"/>
            <a:r>
              <a:rPr lang="en-US" sz="2200" dirty="0"/>
              <a:t>A stress interview is an interview in which the interviewer tries to discomfort the candidate in different ways by observing how he reacts to different situations. </a:t>
            </a:r>
          </a:p>
          <a:p>
            <a:pPr marL="514350" indent="-514350"/>
            <a:r>
              <a:rPr lang="en-US" sz="2200" dirty="0"/>
              <a:t>It is considered as a test of the candidate’s behavior, logic and emotional control under pressure. </a:t>
            </a:r>
            <a:br>
              <a:rPr lang="en-US" dirty="0"/>
            </a:br>
            <a:br>
              <a:rPr lang="en-US" dirty="0"/>
            </a:br>
            <a:br>
              <a:rPr lang="en-US" dirty="0"/>
            </a:br>
            <a:endParaRPr lang="en-US"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slide(fromBottom)">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slide(fromBottom)">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slide(fromBottom)">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Заголовок 1"/>
          <p:cNvSpPr>
            <a:spLocks noGrp="1"/>
          </p:cNvSpPr>
          <p:nvPr>
            <p:ph type="title"/>
          </p:nvPr>
        </p:nvSpPr>
        <p:spPr/>
        <p:txBody>
          <a:bodyPr/>
          <a:lstStyle/>
          <a:p>
            <a:pPr algn="ctr"/>
            <a:r>
              <a:rPr lang="en-US" u="sng" dirty="0"/>
              <a:t>Why stress interviews?</a:t>
            </a:r>
            <a:endParaRPr lang="ru-RU" u="sng" dirty="0"/>
          </a:p>
        </p:txBody>
      </p:sp>
      <p:sp>
        <p:nvSpPr>
          <p:cNvPr id="3" name="Содержимое 2"/>
          <p:cNvSpPr>
            <a:spLocks noGrp="1"/>
          </p:cNvSpPr>
          <p:nvPr>
            <p:ph idx="1"/>
          </p:nvPr>
        </p:nvSpPr>
        <p:spPr>
          <a:xfrm>
            <a:off x="457200" y="1556793"/>
            <a:ext cx="8229600" cy="4767808"/>
          </a:xfrm>
        </p:spPr>
        <p:txBody>
          <a:bodyPr>
            <a:normAutofit/>
          </a:bodyPr>
          <a:lstStyle/>
          <a:p>
            <a:pPr marL="274320" indent="-274320" fontAlgn="auto">
              <a:lnSpc>
                <a:spcPct val="150000"/>
              </a:lnSpc>
              <a:spcAft>
                <a:spcPts val="0"/>
              </a:spcAft>
              <a:buFont typeface="Wingdings 2"/>
              <a:buChar char=""/>
              <a:defRPr/>
            </a:pPr>
            <a:r>
              <a:rPr lang="en-US" dirty="0"/>
              <a:t>This interview is an attempt to see how the candidates handle themselves under stress. So, the interviewer deliberately assumes a sarcastic or argumentative position. The trick for the interviewee to remain calm under such a situation.</a:t>
            </a:r>
          </a:p>
          <a:p>
            <a:pPr marL="274320" indent="-274320" fontAlgn="auto">
              <a:spcAft>
                <a:spcPts val="0"/>
              </a:spcAft>
              <a:buClr>
                <a:schemeClr val="accent3"/>
              </a:buClr>
              <a:buFont typeface="Wingdings 2"/>
              <a:buChar char=""/>
              <a:defRPr/>
            </a:pPr>
            <a:endParaRPr lang="ru-RU" dirty="0"/>
          </a:p>
        </p:txBody>
      </p:sp>
    </p:spTree>
    <p:extLst>
      <p:ext uri="{BB962C8B-B14F-4D97-AF65-F5344CB8AC3E}">
        <p14:creationId xmlns:p14="http://schemas.microsoft.com/office/powerpoint/2010/main" val="20890692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itle 2"/>
          <p:cNvSpPr>
            <a:spLocks noGrp="1"/>
          </p:cNvSpPr>
          <p:nvPr>
            <p:ph type="title"/>
          </p:nvPr>
        </p:nvSpPr>
        <p:spPr/>
        <p:txBody>
          <a:bodyPr anchor="ctr"/>
          <a:lstStyle/>
          <a:p>
            <a:pPr algn="ctr"/>
            <a:endParaRPr lang="en-US" b="1" dirty="0"/>
          </a:p>
        </p:txBody>
      </p:sp>
      <p:sp>
        <p:nvSpPr>
          <p:cNvPr id="2" name="Content Placeholder 1"/>
          <p:cNvSpPr>
            <a:spLocks noGrp="1"/>
          </p:cNvSpPr>
          <p:nvPr>
            <p:ph sz="quarter" idx="1"/>
          </p:nvPr>
        </p:nvSpPr>
        <p:spPr>
          <a:xfrm>
            <a:off x="457200" y="1371600"/>
            <a:ext cx="8229600" cy="4953000"/>
          </a:xfrm>
        </p:spPr>
        <p:txBody>
          <a:bodyPr anchor="t">
            <a:normAutofit/>
          </a:bodyPr>
          <a:lstStyle/>
          <a:p>
            <a:pPr marL="0" indent="0" fontAlgn="auto">
              <a:spcAft>
                <a:spcPts val="0"/>
              </a:spcAft>
              <a:buNone/>
              <a:defRPr/>
            </a:pPr>
            <a:r>
              <a:rPr lang="en-US" sz="2400" b="1" i="1" dirty="0"/>
              <a:t>One-on-One Interview:</a:t>
            </a:r>
            <a:br>
              <a:rPr lang="en-US" sz="2400" b="1" i="1" dirty="0"/>
            </a:br>
            <a:endParaRPr lang="en-US" sz="2400" b="1" i="1" dirty="0"/>
          </a:p>
          <a:p>
            <a:pPr marL="457200" indent="-457200" fontAlgn="auto">
              <a:spcAft>
                <a:spcPts val="0"/>
              </a:spcAft>
              <a:buFont typeface="Wingdings" pitchFamily="2" charset="2"/>
              <a:buChar char="Ø"/>
              <a:defRPr/>
            </a:pPr>
            <a:r>
              <a:rPr lang="en-US" sz="1900" dirty="0"/>
              <a:t>This is the most common type of interviews. </a:t>
            </a:r>
          </a:p>
          <a:p>
            <a:pPr marL="457200" indent="-457200" fontAlgn="auto">
              <a:spcAft>
                <a:spcPts val="0"/>
              </a:spcAft>
              <a:buFont typeface="Wingdings" pitchFamily="2" charset="2"/>
              <a:buChar char="Ø"/>
              <a:defRPr/>
            </a:pPr>
            <a:r>
              <a:rPr lang="en-US" sz="1900" dirty="0"/>
              <a:t>You’ll be interviewed by one person. </a:t>
            </a:r>
          </a:p>
          <a:p>
            <a:pPr marL="457200" indent="-457200" fontAlgn="auto">
              <a:spcAft>
                <a:spcPts val="0"/>
              </a:spcAft>
              <a:buFont typeface="Wingdings" pitchFamily="2" charset="2"/>
              <a:buChar char="Ø"/>
              <a:defRPr/>
            </a:pPr>
            <a:r>
              <a:rPr lang="en-US" sz="1900" dirty="0"/>
              <a:t>During the interview, you should focus on the questions asked, maintain eye contact, and show that your qualifications will benefit the organization.</a:t>
            </a:r>
            <a:br>
              <a:rPr lang="en-US" dirty="0"/>
            </a:br>
            <a:endParaRPr lang="en-US"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nodePh="1">
                                  <p:stCondLst>
                                    <p:cond delay="0"/>
                                  </p:stCondLst>
                                  <p:endCondLst>
                                    <p:cond evt="begin" delay="0">
                                      <p:tn val="5"/>
                                    </p:cond>
                                  </p:endCondLst>
                                  <p:childTnLst>
                                    <p:set>
                                      <p:cBhvr>
                                        <p:cTn id="6" dur="1" fill="hold">
                                          <p:stCondLst>
                                            <p:cond delay="0"/>
                                          </p:stCondLst>
                                        </p:cTn>
                                        <p:tgtEl>
                                          <p:spTgt spid="15363"/>
                                        </p:tgtEl>
                                        <p:attrNameLst>
                                          <p:attrName>style.visibility</p:attrName>
                                        </p:attrNameLst>
                                      </p:cBhvr>
                                      <p:to>
                                        <p:strVal val="visible"/>
                                      </p:to>
                                    </p:set>
                                    <p:animEffect transition="in" filter="wipe(down)">
                                      <p:cBhvr>
                                        <p:cTn id="7" dur="500"/>
                                        <p:tgtEl>
                                          <p:spTgt spid="1536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slide(fromBottom)">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slide(fromBottom)">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slide(fromBottom)">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slide(fromBottom)">
                                      <p:cBhvr>
                                        <p:cTn id="2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itle 2"/>
          <p:cNvSpPr>
            <a:spLocks noGrp="1"/>
          </p:cNvSpPr>
          <p:nvPr>
            <p:ph type="title"/>
          </p:nvPr>
        </p:nvSpPr>
        <p:spPr/>
        <p:txBody>
          <a:bodyPr anchor="ctr"/>
          <a:lstStyle/>
          <a:p>
            <a:pPr algn="ctr"/>
            <a:endParaRPr lang="en-US" b="1" dirty="0"/>
          </a:p>
        </p:txBody>
      </p:sp>
      <p:sp>
        <p:nvSpPr>
          <p:cNvPr id="2" name="Content Placeholder 1"/>
          <p:cNvSpPr>
            <a:spLocks noGrp="1"/>
          </p:cNvSpPr>
          <p:nvPr>
            <p:ph sz="quarter" idx="1"/>
          </p:nvPr>
        </p:nvSpPr>
        <p:spPr>
          <a:xfrm>
            <a:off x="457200" y="1371600"/>
            <a:ext cx="3657600" cy="4724400"/>
          </a:xfrm>
        </p:spPr>
        <p:txBody>
          <a:bodyPr anchor="t">
            <a:normAutofit/>
          </a:bodyPr>
          <a:lstStyle/>
          <a:p>
            <a:pPr marL="0" indent="0" fontAlgn="auto">
              <a:spcAft>
                <a:spcPts val="0"/>
              </a:spcAft>
              <a:buNone/>
              <a:defRPr/>
            </a:pPr>
            <a:r>
              <a:rPr lang="en-US" sz="2400" b="1" i="1" dirty="0"/>
              <a:t>Panel interview:</a:t>
            </a:r>
            <a:br>
              <a:rPr lang="en-US" sz="2400" i="1" dirty="0"/>
            </a:br>
            <a:endParaRPr lang="en-US" sz="2400" i="1" dirty="0"/>
          </a:p>
          <a:p>
            <a:pPr marL="514350" indent="-514350" fontAlgn="auto">
              <a:spcAft>
                <a:spcPts val="0"/>
              </a:spcAft>
              <a:buFont typeface="Wingdings" pitchFamily="2" charset="2"/>
              <a:buChar char="Ø"/>
              <a:defRPr/>
            </a:pPr>
            <a:r>
              <a:rPr lang="en-US" sz="1800" dirty="0"/>
              <a:t>It consist of more than one interviewer. </a:t>
            </a:r>
            <a:br>
              <a:rPr lang="en-US" sz="1800" dirty="0"/>
            </a:br>
            <a:endParaRPr lang="en-US" sz="1800" dirty="0"/>
          </a:p>
          <a:p>
            <a:pPr marL="514350" indent="-514350" fontAlgn="auto">
              <a:spcAft>
                <a:spcPts val="0"/>
              </a:spcAft>
              <a:buFont typeface="Wingdings" pitchFamily="2" charset="2"/>
              <a:buChar char="Ø"/>
              <a:defRPr/>
            </a:pPr>
            <a:r>
              <a:rPr lang="en-US" sz="1800" dirty="0"/>
              <a:t>To succeed, you should maintain eye contact with the person who asks the question, yet you should be looking to each one of them.</a:t>
            </a:r>
          </a:p>
        </p:txBody>
      </p:sp>
      <p:pic>
        <p:nvPicPr>
          <p:cNvPr id="59395" name="Picture 3" descr="C:\Documents and Settings\bary pc\My Documents\My Pictures\19-job-interview.jpg"/>
          <p:cNvPicPr>
            <a:picLocks noChangeAspect="1" noChangeArrowheads="1"/>
          </p:cNvPicPr>
          <p:nvPr/>
        </p:nvPicPr>
        <p:blipFill>
          <a:blip r:embed="rId2" cstate="print"/>
          <a:srcRect/>
          <a:stretch>
            <a:fillRect/>
          </a:stretch>
        </p:blipFill>
        <p:spPr bwMode="auto">
          <a:xfrm>
            <a:off x="4114800" y="1752600"/>
            <a:ext cx="4876800" cy="4267200"/>
          </a:xfrm>
          <a:prstGeom prst="rect">
            <a:avLst/>
          </a:prstGeom>
          <a:noFill/>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9395"/>
                                        </p:tgtEl>
                                        <p:attrNameLst>
                                          <p:attrName>style.visibility</p:attrName>
                                        </p:attrNameLst>
                                      </p:cBhvr>
                                      <p:to>
                                        <p:strVal val="visible"/>
                                      </p:to>
                                    </p:set>
                                    <p:anim calcmode="lin" valueType="num">
                                      <p:cBhvr additive="base">
                                        <p:cTn id="7" dur="500" fill="hold"/>
                                        <p:tgtEl>
                                          <p:spTgt spid="59395"/>
                                        </p:tgtEl>
                                        <p:attrNameLst>
                                          <p:attrName>ppt_x</p:attrName>
                                        </p:attrNameLst>
                                      </p:cBhvr>
                                      <p:tavLst>
                                        <p:tav tm="0">
                                          <p:val>
                                            <p:strVal val="#ppt_x"/>
                                          </p:val>
                                        </p:tav>
                                        <p:tav tm="100000">
                                          <p:val>
                                            <p:strVal val="#ppt_x"/>
                                          </p:val>
                                        </p:tav>
                                      </p:tavLst>
                                    </p:anim>
                                    <p:anim calcmode="lin" valueType="num">
                                      <p:cBhvr additive="base">
                                        <p:cTn id="8" dur="500" fill="hold"/>
                                        <p:tgtEl>
                                          <p:spTgt spid="5939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slide(fromBottom)">
                                      <p:cBhvr>
                                        <p:cTn id="13" dur="500"/>
                                        <p:tgtEl>
                                          <p:spTgt spid="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2">
                                            <p:txEl>
                                              <p:pRg st="1" end="1"/>
                                            </p:txEl>
                                          </p:spTgt>
                                        </p:tgtEl>
                                        <p:attrNameLst>
                                          <p:attrName>style.visibility</p:attrName>
                                        </p:attrNameLst>
                                      </p:cBhvr>
                                      <p:to>
                                        <p:strVal val="visible"/>
                                      </p:to>
                                    </p:set>
                                    <p:animEffect transition="in" filter="slide(fromBottom)">
                                      <p:cBhvr>
                                        <p:cTn id="18" dur="500"/>
                                        <p:tgtEl>
                                          <p:spTgt spid="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animEffect transition="in" filter="slide(fromBottom)">
                                      <p:cBhvr>
                                        <p:cTn id="23"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itle 2"/>
          <p:cNvSpPr>
            <a:spLocks noGrp="1"/>
          </p:cNvSpPr>
          <p:nvPr>
            <p:ph type="title"/>
          </p:nvPr>
        </p:nvSpPr>
        <p:spPr/>
        <p:txBody>
          <a:bodyPr anchor="ctr"/>
          <a:lstStyle/>
          <a:p>
            <a:pPr algn="ctr"/>
            <a:endParaRPr lang="en-US" b="1" dirty="0"/>
          </a:p>
        </p:txBody>
      </p:sp>
      <p:sp>
        <p:nvSpPr>
          <p:cNvPr id="2" name="Content Placeholder 1"/>
          <p:cNvSpPr>
            <a:spLocks noGrp="1"/>
          </p:cNvSpPr>
          <p:nvPr>
            <p:ph sz="quarter" idx="1"/>
          </p:nvPr>
        </p:nvSpPr>
        <p:spPr>
          <a:xfrm>
            <a:off x="457200" y="1295400"/>
            <a:ext cx="4038600" cy="4953000"/>
          </a:xfrm>
        </p:spPr>
        <p:txBody>
          <a:bodyPr anchor="t">
            <a:normAutofit/>
          </a:bodyPr>
          <a:lstStyle/>
          <a:p>
            <a:pPr marL="0" indent="0" fontAlgn="auto">
              <a:spcAft>
                <a:spcPts val="0"/>
              </a:spcAft>
              <a:buNone/>
              <a:defRPr/>
            </a:pPr>
            <a:r>
              <a:rPr lang="en-US" sz="2400" b="1" i="1" dirty="0"/>
              <a:t>Group interview:</a:t>
            </a:r>
          </a:p>
          <a:p>
            <a:pPr marL="457200" indent="-457200" fontAlgn="auto">
              <a:spcAft>
                <a:spcPts val="0"/>
              </a:spcAft>
              <a:buNone/>
              <a:defRPr/>
            </a:pPr>
            <a:endParaRPr lang="en-US" sz="2400" i="1" dirty="0"/>
          </a:p>
          <a:p>
            <a:pPr marL="457200" indent="-457200" fontAlgn="auto">
              <a:spcAft>
                <a:spcPts val="0"/>
              </a:spcAft>
              <a:buFont typeface="Wingdings" pitchFamily="2" charset="2"/>
              <a:buChar char="Ø"/>
              <a:defRPr/>
            </a:pPr>
            <a:r>
              <a:rPr lang="en-US" sz="1800" dirty="0"/>
              <a:t>it consists of one interviewer and a group of candidates. </a:t>
            </a:r>
          </a:p>
          <a:p>
            <a:pPr marL="457200" indent="-457200" fontAlgn="auto">
              <a:spcAft>
                <a:spcPts val="0"/>
              </a:spcAft>
              <a:buFont typeface="Wingdings" pitchFamily="2" charset="2"/>
              <a:buChar char="Ø"/>
              <a:defRPr/>
            </a:pPr>
            <a:r>
              <a:rPr lang="en-US" sz="1800" dirty="0"/>
              <a:t>This type is mainly used to discover how you can deal under-pressure, how you can deal with different types of people surrounding you, test your communication skills and your leadership skills.</a:t>
            </a:r>
          </a:p>
          <a:p>
            <a:pPr marL="457200" indent="-457200" fontAlgn="auto">
              <a:spcAft>
                <a:spcPts val="0"/>
              </a:spcAft>
              <a:buFont typeface="Wingdings" pitchFamily="2" charset="2"/>
              <a:buChar char="Ø"/>
              <a:defRPr/>
            </a:pPr>
            <a:r>
              <a:rPr lang="en-US" sz="1800" dirty="0"/>
              <a:t>Also to see how you interact with others and how you use your knowledge and skills to influence them.</a:t>
            </a:r>
          </a:p>
        </p:txBody>
      </p:sp>
      <p:pic>
        <p:nvPicPr>
          <p:cNvPr id="60418" name="Picture 2" descr="C:\Documents and Settings\bary pc\My Documents\My Pictures\GroupDiscussion-full.jpg"/>
          <p:cNvPicPr>
            <a:picLocks noChangeAspect="1" noChangeArrowheads="1"/>
          </p:cNvPicPr>
          <p:nvPr/>
        </p:nvPicPr>
        <p:blipFill>
          <a:blip r:embed="rId2" cstate="print"/>
          <a:srcRect/>
          <a:stretch>
            <a:fillRect/>
          </a:stretch>
        </p:blipFill>
        <p:spPr bwMode="auto">
          <a:xfrm>
            <a:off x="4495800" y="2057400"/>
            <a:ext cx="4432477" cy="3659187"/>
          </a:xfrm>
          <a:prstGeom prst="rect">
            <a:avLst/>
          </a:prstGeom>
          <a:noFill/>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0418"/>
                                        </p:tgtEl>
                                        <p:attrNameLst>
                                          <p:attrName>style.visibility</p:attrName>
                                        </p:attrNameLst>
                                      </p:cBhvr>
                                      <p:to>
                                        <p:strVal val="visible"/>
                                      </p:to>
                                    </p:set>
                                    <p:anim calcmode="lin" valueType="num">
                                      <p:cBhvr additive="base">
                                        <p:cTn id="7" dur="500" fill="hold"/>
                                        <p:tgtEl>
                                          <p:spTgt spid="60418"/>
                                        </p:tgtEl>
                                        <p:attrNameLst>
                                          <p:attrName>ppt_x</p:attrName>
                                        </p:attrNameLst>
                                      </p:cBhvr>
                                      <p:tavLst>
                                        <p:tav tm="0">
                                          <p:val>
                                            <p:strVal val="#ppt_x"/>
                                          </p:val>
                                        </p:tav>
                                        <p:tav tm="100000">
                                          <p:val>
                                            <p:strVal val="#ppt_x"/>
                                          </p:val>
                                        </p:tav>
                                      </p:tavLst>
                                    </p:anim>
                                    <p:anim calcmode="lin" valueType="num">
                                      <p:cBhvr additive="base">
                                        <p:cTn id="8" dur="500" fill="hold"/>
                                        <p:tgtEl>
                                          <p:spTgt spid="604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slide(fromBottom)">
                                      <p:cBhvr>
                                        <p:cTn id="13" dur="500"/>
                                        <p:tgtEl>
                                          <p:spTgt spid="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2">
                                            <p:txEl>
                                              <p:pRg st="2" end="2"/>
                                            </p:txEl>
                                          </p:spTgt>
                                        </p:tgtEl>
                                        <p:attrNameLst>
                                          <p:attrName>style.visibility</p:attrName>
                                        </p:attrNameLst>
                                      </p:cBhvr>
                                      <p:to>
                                        <p:strVal val="visible"/>
                                      </p:to>
                                    </p:set>
                                    <p:animEffect transition="in" filter="slide(fromBottom)">
                                      <p:cBhvr>
                                        <p:cTn id="18" dur="500"/>
                                        <p:tgtEl>
                                          <p:spTgt spid="2">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slide(fromBottom)">
                                      <p:cBhvr>
                                        <p:cTn id="23" dur="500"/>
                                        <p:tgtEl>
                                          <p:spTgt spid="2">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animEffect transition="in" filter="slide(fromBottom)">
                                      <p:cBhvr>
                                        <p:cTn id="28"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Заголовок 1"/>
          <p:cNvSpPr>
            <a:spLocks noGrp="1"/>
          </p:cNvSpPr>
          <p:nvPr>
            <p:ph type="title"/>
          </p:nvPr>
        </p:nvSpPr>
        <p:spPr>
          <a:xfrm>
            <a:off x="-1116632" y="537095"/>
            <a:ext cx="8229600" cy="1143000"/>
          </a:xfrm>
        </p:spPr>
        <p:txBody>
          <a:bodyPr/>
          <a:lstStyle/>
          <a:p>
            <a:pPr algn="ctr"/>
            <a:r>
              <a:rPr lang="en-US" u="sng" dirty="0"/>
              <a:t>Why group interviews?</a:t>
            </a:r>
            <a:endParaRPr lang="ru-RU" u="sng" dirty="0"/>
          </a:p>
        </p:txBody>
      </p:sp>
      <p:sp>
        <p:nvSpPr>
          <p:cNvPr id="21507" name="Содержимое 2"/>
          <p:cNvSpPr>
            <a:spLocks noGrp="1"/>
          </p:cNvSpPr>
          <p:nvPr>
            <p:ph idx="1"/>
          </p:nvPr>
        </p:nvSpPr>
        <p:spPr>
          <a:xfrm>
            <a:off x="395536" y="2420888"/>
            <a:ext cx="8229600" cy="4525963"/>
          </a:xfrm>
        </p:spPr>
        <p:txBody>
          <a:bodyPr>
            <a:normAutofit/>
          </a:bodyPr>
          <a:lstStyle/>
          <a:p>
            <a:pPr>
              <a:lnSpc>
                <a:spcPct val="150000"/>
              </a:lnSpc>
            </a:pPr>
            <a:r>
              <a:rPr lang="en-US" dirty="0"/>
              <a:t>Group interview is also the best way to discover any leadership potential among the candidates. </a:t>
            </a:r>
          </a:p>
          <a:p>
            <a:pPr>
              <a:lnSpc>
                <a:spcPct val="150000"/>
              </a:lnSpc>
            </a:pPr>
            <a:r>
              <a:rPr lang="en-US" dirty="0"/>
              <a:t>The leading candidates who are selected from the group interview are then taken for an informal one to one interview.</a:t>
            </a:r>
          </a:p>
        </p:txBody>
      </p:sp>
    </p:spTree>
    <p:extLst>
      <p:ext uri="{BB962C8B-B14F-4D97-AF65-F5344CB8AC3E}">
        <p14:creationId xmlns:p14="http://schemas.microsoft.com/office/powerpoint/2010/main" val="2237401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itle 2"/>
          <p:cNvSpPr>
            <a:spLocks noGrp="1"/>
          </p:cNvSpPr>
          <p:nvPr>
            <p:ph type="title"/>
          </p:nvPr>
        </p:nvSpPr>
        <p:spPr/>
        <p:txBody>
          <a:bodyPr anchor="ctr"/>
          <a:lstStyle/>
          <a:p>
            <a:pPr algn="ctr"/>
            <a:endParaRPr lang="en-US" b="1" dirty="0"/>
          </a:p>
        </p:txBody>
      </p:sp>
      <p:sp>
        <p:nvSpPr>
          <p:cNvPr id="2" name="Content Placeholder 1"/>
          <p:cNvSpPr>
            <a:spLocks noGrp="1"/>
          </p:cNvSpPr>
          <p:nvPr>
            <p:ph sz="quarter" idx="1"/>
          </p:nvPr>
        </p:nvSpPr>
        <p:spPr>
          <a:xfrm>
            <a:off x="457200" y="1219200"/>
            <a:ext cx="3810000" cy="5029200"/>
          </a:xfrm>
        </p:spPr>
        <p:txBody>
          <a:bodyPr anchor="t">
            <a:normAutofit/>
          </a:bodyPr>
          <a:lstStyle/>
          <a:p>
            <a:pPr marL="457200" indent="-457200" fontAlgn="auto">
              <a:spcAft>
                <a:spcPts val="0"/>
              </a:spcAft>
              <a:buFont typeface="+mj-lt"/>
              <a:buAutoNum type="arabicParenR" startAt="4"/>
              <a:defRPr/>
            </a:pPr>
            <a:r>
              <a:rPr lang="en-US" sz="2400" b="1" i="1" dirty="0"/>
              <a:t>Group-Panel interview:</a:t>
            </a:r>
          </a:p>
          <a:p>
            <a:pPr marL="457200" indent="-457200" fontAlgn="auto">
              <a:spcAft>
                <a:spcPts val="0"/>
              </a:spcAft>
              <a:buNone/>
              <a:defRPr/>
            </a:pPr>
            <a:endParaRPr lang="en-US" sz="2400" dirty="0"/>
          </a:p>
          <a:p>
            <a:pPr marL="457200" indent="-457200" fontAlgn="auto">
              <a:spcAft>
                <a:spcPts val="0"/>
              </a:spcAft>
              <a:buFont typeface="Arial" pitchFamily="34" charset="0"/>
              <a:buChar char="•"/>
              <a:defRPr/>
            </a:pPr>
            <a:r>
              <a:rPr lang="en-US" sz="1800" dirty="0"/>
              <a:t>it consists of a group of interviewers and a group of candidates. </a:t>
            </a:r>
          </a:p>
          <a:p>
            <a:pPr marL="457200" indent="-457200" fontAlgn="auto">
              <a:spcAft>
                <a:spcPts val="0"/>
              </a:spcAft>
              <a:buFont typeface="Arial" pitchFamily="34" charset="0"/>
              <a:buChar char="•"/>
              <a:defRPr/>
            </a:pPr>
            <a:r>
              <a:rPr lang="en-US" sz="1800" dirty="0"/>
              <a:t>As one of the interviewers ask questions, the other will be closely monitoring the groups’ reaction to these questions.</a:t>
            </a:r>
          </a:p>
          <a:p>
            <a:pPr marL="457200" indent="-457200" fontAlgn="auto">
              <a:spcAft>
                <a:spcPts val="0"/>
              </a:spcAft>
              <a:buFont typeface="Arial" pitchFamily="34" charset="0"/>
              <a:buChar char="•"/>
              <a:defRPr/>
            </a:pPr>
            <a:r>
              <a:rPr lang="en-US" sz="1800" dirty="0"/>
              <a:t>You should focus with each one of them, and also focus with the group of candidates surrounding you.</a:t>
            </a:r>
            <a:br>
              <a:rPr lang="en-US" sz="1800" dirty="0"/>
            </a:br>
            <a:endParaRPr lang="en-US" sz="1800" dirty="0"/>
          </a:p>
        </p:txBody>
      </p:sp>
      <p:pic>
        <p:nvPicPr>
          <p:cNvPr id="1026" name="Picture 2" descr="C:\Documents and Settings\bary pc\My Documents\My Pictures\wko084.jpg"/>
          <p:cNvPicPr>
            <a:picLocks noChangeAspect="1" noChangeArrowheads="1"/>
          </p:cNvPicPr>
          <p:nvPr/>
        </p:nvPicPr>
        <p:blipFill>
          <a:blip r:embed="rId2" cstate="print"/>
          <a:srcRect/>
          <a:stretch>
            <a:fillRect/>
          </a:stretch>
        </p:blipFill>
        <p:spPr bwMode="auto">
          <a:xfrm>
            <a:off x="4648200" y="1828800"/>
            <a:ext cx="4305301" cy="3810000"/>
          </a:xfrm>
          <a:prstGeom prst="rect">
            <a:avLst/>
          </a:prstGeom>
          <a:noFill/>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linds(horizontal)">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slide(fromBottom)">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slide(fromBottom)">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slide(fromBottom)">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slide(fromBottom)">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Заголовок 1"/>
          <p:cNvSpPr>
            <a:spLocks noGrp="1"/>
          </p:cNvSpPr>
          <p:nvPr>
            <p:ph type="title"/>
          </p:nvPr>
        </p:nvSpPr>
        <p:spPr>
          <a:xfrm>
            <a:off x="232934" y="369527"/>
            <a:ext cx="8229600" cy="1179512"/>
          </a:xfrm>
        </p:spPr>
        <p:txBody>
          <a:bodyPr/>
          <a:lstStyle/>
          <a:p>
            <a:r>
              <a:rPr lang="en-US" b="1" u="sng" dirty="0"/>
              <a:t>Phone Interview</a:t>
            </a:r>
            <a:endParaRPr lang="ru-RU" u="sng" dirty="0"/>
          </a:p>
        </p:txBody>
      </p:sp>
      <p:sp>
        <p:nvSpPr>
          <p:cNvPr id="3" name="Содержимое 2"/>
          <p:cNvSpPr>
            <a:spLocks noGrp="1"/>
          </p:cNvSpPr>
          <p:nvPr>
            <p:ph idx="1"/>
          </p:nvPr>
        </p:nvSpPr>
        <p:spPr>
          <a:xfrm>
            <a:off x="251520" y="1557338"/>
            <a:ext cx="8511480" cy="5300662"/>
          </a:xfrm>
        </p:spPr>
        <p:txBody>
          <a:bodyPr>
            <a:normAutofit/>
          </a:bodyPr>
          <a:lstStyle/>
          <a:p>
            <a:pPr marL="274320" indent="-274320" fontAlgn="auto">
              <a:lnSpc>
                <a:spcPct val="150000"/>
              </a:lnSpc>
              <a:spcAft>
                <a:spcPts val="0"/>
              </a:spcAft>
              <a:buFont typeface="Wingdings 2"/>
              <a:buChar char=""/>
              <a:defRPr/>
            </a:pPr>
            <a:r>
              <a:rPr lang="en-US" dirty="0"/>
              <a:t>Phone interviews are increasingly used in mass hiring. </a:t>
            </a:r>
          </a:p>
          <a:p>
            <a:pPr marL="274320" indent="-274320" fontAlgn="auto">
              <a:lnSpc>
                <a:spcPct val="150000"/>
              </a:lnSpc>
              <a:spcAft>
                <a:spcPts val="0"/>
              </a:spcAft>
              <a:buFont typeface="Wingdings 2"/>
              <a:buChar char=""/>
              <a:defRPr/>
            </a:pPr>
            <a:r>
              <a:rPr lang="en-US" dirty="0"/>
              <a:t>The interview is conducted entirely over the phone and this is very effective in eliminating any bias that may arise from the appearance and manner of the candidate. </a:t>
            </a:r>
          </a:p>
          <a:p>
            <a:pPr marL="274320" indent="-274320" fontAlgn="auto">
              <a:spcAft>
                <a:spcPts val="0"/>
              </a:spcAft>
              <a:buFont typeface="Wingdings 2"/>
              <a:buNone/>
              <a:defRPr/>
            </a:pPr>
            <a:endParaRPr lang="ru-RU" dirty="0"/>
          </a:p>
        </p:txBody>
      </p:sp>
    </p:spTree>
    <p:extLst>
      <p:ext uri="{BB962C8B-B14F-4D97-AF65-F5344CB8AC3E}">
        <p14:creationId xmlns:p14="http://schemas.microsoft.com/office/powerpoint/2010/main" val="19538007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Заголовок 1"/>
          <p:cNvSpPr>
            <a:spLocks noGrp="1"/>
          </p:cNvSpPr>
          <p:nvPr>
            <p:ph type="title"/>
          </p:nvPr>
        </p:nvSpPr>
        <p:spPr/>
        <p:txBody>
          <a:bodyPr/>
          <a:lstStyle/>
          <a:p>
            <a:pPr algn="ctr"/>
            <a:r>
              <a:rPr lang="en-US" u="sng" dirty="0"/>
              <a:t>Why the phone interview?</a:t>
            </a:r>
            <a:endParaRPr lang="ru-RU" u="sng" dirty="0"/>
          </a:p>
        </p:txBody>
      </p:sp>
      <p:sp>
        <p:nvSpPr>
          <p:cNvPr id="19459" name="Содержимое 2"/>
          <p:cNvSpPr>
            <a:spLocks noGrp="1"/>
          </p:cNvSpPr>
          <p:nvPr>
            <p:ph idx="1"/>
          </p:nvPr>
        </p:nvSpPr>
        <p:spPr/>
        <p:txBody>
          <a:bodyPr>
            <a:normAutofit/>
          </a:bodyPr>
          <a:lstStyle/>
          <a:p>
            <a:pPr algn="just">
              <a:lnSpc>
                <a:spcPct val="150000"/>
              </a:lnSpc>
            </a:pPr>
            <a:r>
              <a:rPr lang="en-US"/>
              <a:t>Phone interview is used to narrow a field of candidates. That is why candidates should treat this interview with the same seriousness as a phone interview. </a:t>
            </a:r>
          </a:p>
          <a:p>
            <a:pPr algn="just">
              <a:lnSpc>
                <a:spcPct val="150000"/>
              </a:lnSpc>
            </a:pPr>
            <a:r>
              <a:rPr lang="en-US"/>
              <a:t>The candidate should focus on the conversation and listen to the questions carefully before answering. In this interview, voice is also a key.</a:t>
            </a:r>
          </a:p>
          <a:p>
            <a:pPr>
              <a:buFont typeface="Wingdings 2" panose="05020102010507070707" pitchFamily="18" charset="2"/>
              <a:buNone/>
            </a:pPr>
            <a:endParaRPr lang="ru-RU"/>
          </a:p>
        </p:txBody>
      </p:sp>
    </p:spTree>
    <p:extLst>
      <p:ext uri="{BB962C8B-B14F-4D97-AF65-F5344CB8AC3E}">
        <p14:creationId xmlns:p14="http://schemas.microsoft.com/office/powerpoint/2010/main" val="20763046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2"/>
          <p:cNvSpPr>
            <a:spLocks noGrp="1"/>
          </p:cNvSpPr>
          <p:nvPr>
            <p:ph type="title"/>
          </p:nvPr>
        </p:nvSpPr>
        <p:spPr/>
        <p:txBody>
          <a:bodyPr anchor="ctr"/>
          <a:lstStyle/>
          <a:p>
            <a:pPr algn="ctr"/>
            <a:r>
              <a:rPr lang="en-US" b="1" dirty="0"/>
              <a:t>Job interviews strategies</a:t>
            </a:r>
          </a:p>
        </p:txBody>
      </p:sp>
      <p:sp>
        <p:nvSpPr>
          <p:cNvPr id="16386" name="Content Placeholder 1"/>
          <p:cNvSpPr>
            <a:spLocks noGrp="1"/>
          </p:cNvSpPr>
          <p:nvPr>
            <p:ph sz="quarter" idx="1"/>
          </p:nvPr>
        </p:nvSpPr>
        <p:spPr>
          <a:xfrm>
            <a:off x="457200" y="1219200"/>
            <a:ext cx="8229600" cy="4937125"/>
          </a:xfrm>
        </p:spPr>
        <p:txBody>
          <a:bodyPr anchor="ctr">
            <a:normAutofit/>
          </a:bodyPr>
          <a:lstStyle/>
          <a:p>
            <a:pPr marL="274320" indent="-274320" fontAlgn="auto">
              <a:spcAft>
                <a:spcPts val="0"/>
              </a:spcAft>
              <a:buFont typeface="Wingdings 3"/>
              <a:buChar char=""/>
              <a:defRPr/>
            </a:pPr>
            <a:r>
              <a:rPr lang="en-US" sz="2400" dirty="0"/>
              <a:t>Job interview strategies that focus only on the interview is not enough.</a:t>
            </a:r>
          </a:p>
          <a:p>
            <a:pPr marL="274320" indent="-274320" fontAlgn="auto">
              <a:spcAft>
                <a:spcPts val="0"/>
              </a:spcAft>
              <a:buFont typeface="Wingdings 3"/>
              <a:buChar char=""/>
              <a:defRPr/>
            </a:pPr>
            <a:r>
              <a:rPr lang="en-US" sz="2400" dirty="0"/>
              <a:t>You must use strategies that cover the entire process. They can be divided into three phases:</a:t>
            </a:r>
          </a:p>
          <a:p>
            <a:pPr marL="274320" indent="-274320" fontAlgn="auto">
              <a:spcAft>
                <a:spcPts val="0"/>
              </a:spcAft>
              <a:buFont typeface="Wingdings 3"/>
              <a:buChar char=""/>
              <a:defRPr/>
            </a:pPr>
            <a:endParaRPr lang="en-US" sz="2400" dirty="0"/>
          </a:p>
          <a:p>
            <a:pPr marL="514350" indent="-514350" fontAlgn="auto">
              <a:spcAft>
                <a:spcPts val="0"/>
              </a:spcAft>
              <a:buFont typeface="+mj-lt"/>
              <a:buAutoNum type="arabicPeriod"/>
              <a:defRPr/>
            </a:pPr>
            <a:r>
              <a:rPr lang="en-US" sz="2400" dirty="0">
                <a:cs typeface="Times New Roman" pitchFamily="18" charset="0"/>
              </a:rPr>
              <a:t>Actions you should take </a:t>
            </a:r>
            <a:r>
              <a:rPr lang="en-US" sz="2400" b="1" i="1" u="sng" dirty="0">
                <a:cs typeface="Times New Roman" pitchFamily="18" charset="0"/>
              </a:rPr>
              <a:t>before</a:t>
            </a:r>
            <a:r>
              <a:rPr lang="en-US" sz="2400" dirty="0">
                <a:cs typeface="Times New Roman" pitchFamily="18" charset="0"/>
              </a:rPr>
              <a:t> the interview.</a:t>
            </a:r>
          </a:p>
          <a:p>
            <a:pPr marL="514350" indent="-514350" fontAlgn="auto">
              <a:spcAft>
                <a:spcPts val="0"/>
              </a:spcAft>
              <a:buFont typeface="+mj-lt"/>
              <a:buAutoNum type="arabicPeriod"/>
              <a:defRPr/>
            </a:pPr>
            <a:r>
              <a:rPr lang="en-US" sz="2400" dirty="0">
                <a:cs typeface="Times New Roman" pitchFamily="18" charset="0"/>
              </a:rPr>
              <a:t>Actions you should take </a:t>
            </a:r>
            <a:r>
              <a:rPr lang="en-US" sz="2400" b="1" i="1" u="sng" dirty="0">
                <a:cs typeface="Times New Roman" pitchFamily="18" charset="0"/>
              </a:rPr>
              <a:t>during</a:t>
            </a:r>
            <a:r>
              <a:rPr lang="en-US" sz="2400" dirty="0">
                <a:cs typeface="Times New Roman" pitchFamily="18" charset="0"/>
              </a:rPr>
              <a:t> the interview.</a:t>
            </a:r>
          </a:p>
          <a:p>
            <a:pPr marL="514350" indent="-514350" fontAlgn="auto">
              <a:spcAft>
                <a:spcPts val="0"/>
              </a:spcAft>
              <a:buFont typeface="+mj-lt"/>
              <a:buAutoNum type="arabicPeriod"/>
              <a:defRPr/>
            </a:pPr>
            <a:r>
              <a:rPr lang="en-US" sz="2400" dirty="0">
                <a:cs typeface="Times New Roman" pitchFamily="18" charset="0"/>
              </a:rPr>
              <a:t>Actions you should take </a:t>
            </a:r>
            <a:r>
              <a:rPr lang="en-US" sz="2400" b="1" i="1" u="sng" dirty="0">
                <a:cs typeface="Times New Roman" pitchFamily="18" charset="0"/>
              </a:rPr>
              <a:t>after</a:t>
            </a:r>
            <a:r>
              <a:rPr lang="en-US" sz="2400" dirty="0">
                <a:cs typeface="Times New Roman" pitchFamily="18" charset="0"/>
              </a:rPr>
              <a:t> the interview.</a:t>
            </a:r>
            <a:endParaRPr lang="en-US" sz="2400" dirty="0"/>
          </a:p>
          <a:p>
            <a:pPr marL="274320" indent="-274320" fontAlgn="auto">
              <a:spcAft>
                <a:spcPts val="0"/>
              </a:spcAft>
              <a:buFont typeface="Wingdings 3"/>
              <a:buChar char=""/>
              <a:defRPr/>
            </a:pPr>
            <a:endParaRPr lang="en-US" sz="24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387"/>
                                        </p:tgtEl>
                                        <p:attrNameLst>
                                          <p:attrName>style.visibility</p:attrName>
                                        </p:attrNameLst>
                                      </p:cBhvr>
                                      <p:to>
                                        <p:strVal val="visible"/>
                                      </p:to>
                                    </p:set>
                                    <p:animEffect transition="in" filter="wipe(down)">
                                      <p:cBhvr>
                                        <p:cTn id="7" dur="500"/>
                                        <p:tgtEl>
                                          <p:spTgt spid="1638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6386">
                                            <p:txEl>
                                              <p:pRg st="0" end="0"/>
                                            </p:txEl>
                                          </p:spTgt>
                                        </p:tgtEl>
                                        <p:attrNameLst>
                                          <p:attrName>style.visibility</p:attrName>
                                        </p:attrNameLst>
                                      </p:cBhvr>
                                      <p:to>
                                        <p:strVal val="visible"/>
                                      </p:to>
                                    </p:set>
                                    <p:animEffect transition="in" filter="slide(fromBottom)">
                                      <p:cBhvr>
                                        <p:cTn id="12" dur="500"/>
                                        <p:tgtEl>
                                          <p:spTgt spid="1638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6386">
                                            <p:txEl>
                                              <p:pRg st="1" end="1"/>
                                            </p:txEl>
                                          </p:spTgt>
                                        </p:tgtEl>
                                        <p:attrNameLst>
                                          <p:attrName>style.visibility</p:attrName>
                                        </p:attrNameLst>
                                      </p:cBhvr>
                                      <p:to>
                                        <p:strVal val="visible"/>
                                      </p:to>
                                    </p:set>
                                    <p:animEffect transition="in" filter="slide(fromBottom)">
                                      <p:cBhvr>
                                        <p:cTn id="17" dur="500"/>
                                        <p:tgtEl>
                                          <p:spTgt spid="1638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6386">
                                            <p:txEl>
                                              <p:pRg st="3" end="3"/>
                                            </p:txEl>
                                          </p:spTgt>
                                        </p:tgtEl>
                                        <p:attrNameLst>
                                          <p:attrName>style.visibility</p:attrName>
                                        </p:attrNameLst>
                                      </p:cBhvr>
                                      <p:to>
                                        <p:strVal val="visible"/>
                                      </p:to>
                                    </p:set>
                                    <p:animEffect transition="in" filter="slide(fromBottom)">
                                      <p:cBhvr>
                                        <p:cTn id="22" dur="500"/>
                                        <p:tgtEl>
                                          <p:spTgt spid="1638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6386">
                                            <p:txEl>
                                              <p:pRg st="4" end="4"/>
                                            </p:txEl>
                                          </p:spTgt>
                                        </p:tgtEl>
                                        <p:attrNameLst>
                                          <p:attrName>style.visibility</p:attrName>
                                        </p:attrNameLst>
                                      </p:cBhvr>
                                      <p:to>
                                        <p:strVal val="visible"/>
                                      </p:to>
                                    </p:set>
                                    <p:animEffect transition="in" filter="slide(fromBottom)">
                                      <p:cBhvr>
                                        <p:cTn id="27" dur="500"/>
                                        <p:tgtEl>
                                          <p:spTgt spid="1638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16386">
                                            <p:txEl>
                                              <p:pRg st="5" end="5"/>
                                            </p:txEl>
                                          </p:spTgt>
                                        </p:tgtEl>
                                        <p:attrNameLst>
                                          <p:attrName>style.visibility</p:attrName>
                                        </p:attrNameLst>
                                      </p:cBhvr>
                                      <p:to>
                                        <p:strVal val="visible"/>
                                      </p:to>
                                    </p:set>
                                    <p:animEffect transition="in" filter="slide(fromBottom)">
                                      <p:cBhvr>
                                        <p:cTn id="32" dur="500"/>
                                        <p:tgtEl>
                                          <p:spTgt spid="1638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p:bldP spid="1638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itle 2"/>
          <p:cNvSpPr>
            <a:spLocks noGrp="1"/>
          </p:cNvSpPr>
          <p:nvPr>
            <p:ph type="title"/>
          </p:nvPr>
        </p:nvSpPr>
        <p:spPr>
          <a:xfrm>
            <a:off x="762000" y="152400"/>
            <a:ext cx="7696200" cy="1066800"/>
          </a:xfrm>
        </p:spPr>
        <p:txBody>
          <a:bodyPr anchor="ctr"/>
          <a:lstStyle/>
          <a:p>
            <a:pPr algn="ctr"/>
            <a:r>
              <a:rPr lang="en-US" b="1" dirty="0">
                <a:cs typeface="Times New Roman" pitchFamily="18" charset="0"/>
              </a:rPr>
              <a:t>Pre-interview Strategies</a:t>
            </a:r>
            <a:endParaRPr lang="en-US" b="1" dirty="0"/>
          </a:p>
        </p:txBody>
      </p:sp>
      <p:sp>
        <p:nvSpPr>
          <p:cNvPr id="2" name="Content Placeholder 1"/>
          <p:cNvSpPr>
            <a:spLocks noGrp="1"/>
          </p:cNvSpPr>
          <p:nvPr>
            <p:ph sz="quarter" idx="1"/>
          </p:nvPr>
        </p:nvSpPr>
        <p:spPr>
          <a:xfrm>
            <a:off x="762000" y="1143000"/>
            <a:ext cx="7467600" cy="5287963"/>
          </a:xfrm>
        </p:spPr>
        <p:txBody>
          <a:bodyPr anchor="ctr">
            <a:noAutofit/>
          </a:bodyPr>
          <a:lstStyle/>
          <a:p>
            <a:pPr marL="457200" indent="-457200" fontAlgn="auto">
              <a:spcAft>
                <a:spcPts val="0"/>
              </a:spcAft>
              <a:buFont typeface="+mj-lt"/>
              <a:buAutoNum type="arabicPeriod"/>
              <a:defRPr/>
            </a:pPr>
            <a:r>
              <a:rPr lang="en-US" sz="2500" dirty="0">
                <a:cs typeface="Times New Roman" pitchFamily="18" charset="0"/>
              </a:rPr>
              <a:t>Research the company. </a:t>
            </a:r>
          </a:p>
          <a:p>
            <a:pPr marL="457200" indent="-457200" fontAlgn="auto">
              <a:spcAft>
                <a:spcPts val="0"/>
              </a:spcAft>
              <a:buFont typeface="+mj-lt"/>
              <a:buAutoNum type="arabicPeriod"/>
              <a:defRPr/>
            </a:pPr>
            <a:r>
              <a:rPr lang="en-US" sz="2500" dirty="0">
                <a:cs typeface="Times New Roman" pitchFamily="18" charset="0"/>
              </a:rPr>
              <a:t>Study the job description carefully and make sure your CV is suitable for what the company is looking for.</a:t>
            </a:r>
          </a:p>
          <a:p>
            <a:pPr marL="457200" indent="-457200" fontAlgn="auto">
              <a:spcAft>
                <a:spcPts val="0"/>
              </a:spcAft>
              <a:buFont typeface="+mj-lt"/>
              <a:buAutoNum type="arabicPeriod"/>
              <a:defRPr/>
            </a:pPr>
            <a:r>
              <a:rPr lang="en-US" sz="2500" dirty="0">
                <a:cs typeface="Times New Roman" pitchFamily="18" charset="0"/>
              </a:rPr>
              <a:t>Prepare for questions that will be asked during the interview. </a:t>
            </a:r>
          </a:p>
          <a:p>
            <a:pPr marL="457200" indent="-457200">
              <a:buFont typeface="+mj-lt"/>
              <a:buAutoNum type="arabicPeriod"/>
            </a:pPr>
            <a:r>
              <a:rPr lang="en-US" sz="2500" dirty="0">
                <a:cs typeface="Times New Roman" pitchFamily="18" charset="0"/>
              </a:rPr>
              <a:t>Prepare questions you will ask during the interview.</a:t>
            </a:r>
          </a:p>
          <a:p>
            <a:pPr marL="457200" indent="-457200">
              <a:buFont typeface="+mj-lt"/>
              <a:buAutoNum type="arabicPeriod"/>
            </a:pPr>
            <a:r>
              <a:rPr lang="en-US" sz="2500" dirty="0">
                <a:cs typeface="Times New Roman" pitchFamily="18" charset="0"/>
              </a:rPr>
              <a:t>Visit the interview location a day or so before your interview. </a:t>
            </a:r>
          </a:p>
          <a:p>
            <a:pPr marL="457200" indent="-457200">
              <a:buFont typeface="+mj-lt"/>
              <a:buAutoNum type="arabicPeriod"/>
            </a:pPr>
            <a:r>
              <a:rPr lang="en-US" sz="2500" dirty="0">
                <a:cs typeface="Times New Roman" pitchFamily="18" charset="0"/>
              </a:rPr>
              <a:t>Plan what to wear to your interview. </a:t>
            </a:r>
          </a:p>
          <a:p>
            <a:pPr marL="457200" indent="-457200">
              <a:buFont typeface="+mj-lt"/>
              <a:buAutoNum type="arabicPeriod"/>
            </a:pPr>
            <a:r>
              <a:rPr lang="en-US" sz="2500" dirty="0">
                <a:cs typeface="Times New Roman" pitchFamily="18" charset="0"/>
              </a:rPr>
              <a:t>Take good care of your nutrition.</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459"/>
                                        </p:tgtEl>
                                        <p:attrNameLst>
                                          <p:attrName>style.visibility</p:attrName>
                                        </p:attrNameLst>
                                      </p:cBhvr>
                                      <p:to>
                                        <p:strVal val="visible"/>
                                      </p:to>
                                    </p:set>
                                    <p:animEffect transition="in" filter="wipe(down)">
                                      <p:cBhvr>
                                        <p:cTn id="7" dur="500"/>
                                        <p:tgtEl>
                                          <p:spTgt spid="19459"/>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slide(fromBottom)">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slide(fromBottom)">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slide(fromBottom)">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slide(fromBottom)">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slide(fromBottom)">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slide(fromBottom)">
                                      <p:cBhvr>
                                        <p:cTn id="37" dur="500"/>
                                        <p:tgtEl>
                                          <p:spTgt spid="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slide(fromBottom)">
                                      <p:cBhvr>
                                        <p:cTn id="4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P spid="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itle 2"/>
          <p:cNvSpPr>
            <a:spLocks noGrp="1"/>
          </p:cNvSpPr>
          <p:nvPr>
            <p:ph type="title"/>
          </p:nvPr>
        </p:nvSpPr>
        <p:spPr/>
        <p:txBody>
          <a:bodyPr anchor="ctr"/>
          <a:lstStyle/>
          <a:p>
            <a:pPr algn="ctr"/>
            <a:r>
              <a:rPr lang="en-US" b="1" dirty="0"/>
              <a:t>During-interview Strategies</a:t>
            </a:r>
          </a:p>
        </p:txBody>
      </p:sp>
      <p:sp>
        <p:nvSpPr>
          <p:cNvPr id="71682" name="Content Placeholder 2"/>
          <p:cNvSpPr>
            <a:spLocks noGrp="1"/>
          </p:cNvSpPr>
          <p:nvPr>
            <p:ph sz="quarter" idx="1"/>
          </p:nvPr>
        </p:nvSpPr>
        <p:spPr>
          <a:xfrm>
            <a:off x="457200" y="1371600"/>
            <a:ext cx="8229600" cy="4754563"/>
          </a:xfrm>
        </p:spPr>
        <p:txBody>
          <a:bodyPr anchor="ctr"/>
          <a:lstStyle/>
          <a:p>
            <a:r>
              <a:rPr lang="en-US" sz="2400" dirty="0">
                <a:cs typeface="Times New Roman" pitchFamily="18" charset="0"/>
              </a:rPr>
              <a:t>Job interviews can be intimidating and unpleasant, but </a:t>
            </a:r>
            <a:r>
              <a:rPr lang="en-US" sz="2400" b="1" dirty="0">
                <a:cs typeface="Times New Roman" pitchFamily="18" charset="0"/>
              </a:rPr>
              <a:t>only</a:t>
            </a:r>
            <a:r>
              <a:rPr lang="en-US" sz="2400" dirty="0">
                <a:cs typeface="Times New Roman" pitchFamily="18" charset="0"/>
              </a:rPr>
              <a:t> if you are unprepared. </a:t>
            </a:r>
          </a:p>
          <a:p>
            <a:r>
              <a:rPr lang="en-US" sz="2400" dirty="0">
                <a:cs typeface="Times New Roman" pitchFamily="18" charset="0"/>
              </a:rPr>
              <a:t>Because you followed the Pre-interview Strategies, you will be more confident, professional, and less nervous than the other candidates.</a:t>
            </a:r>
          </a:p>
          <a:p>
            <a:r>
              <a:rPr lang="en-US" sz="2400" dirty="0">
                <a:cs typeface="Times New Roman" pitchFamily="18" charset="0"/>
              </a:rPr>
              <a:t>During your job interviews, you will be enthusiastic, likeable, determined, and knowledgeable. </a:t>
            </a:r>
          </a:p>
          <a:p>
            <a:r>
              <a:rPr lang="en-US" sz="2400" dirty="0">
                <a:cs typeface="Times New Roman" pitchFamily="18" charset="0"/>
              </a:rPr>
              <a:t>These traits are all more important than your job qualifications. As most of the employers hire for personality and train for skills.</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1507"/>
                                        </p:tgtEl>
                                        <p:attrNameLst>
                                          <p:attrName>style.visibility</p:attrName>
                                        </p:attrNameLst>
                                      </p:cBhvr>
                                      <p:to>
                                        <p:strVal val="visible"/>
                                      </p:to>
                                    </p:set>
                                    <p:animEffect transition="in" filter="wipe(down)">
                                      <p:cBhvr>
                                        <p:cTn id="7" dur="500"/>
                                        <p:tgtEl>
                                          <p:spTgt spid="2150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71682">
                                            <p:txEl>
                                              <p:pRg st="0" end="0"/>
                                            </p:txEl>
                                          </p:spTgt>
                                        </p:tgtEl>
                                        <p:attrNameLst>
                                          <p:attrName>style.visibility</p:attrName>
                                        </p:attrNameLst>
                                      </p:cBhvr>
                                      <p:to>
                                        <p:strVal val="visible"/>
                                      </p:to>
                                    </p:set>
                                    <p:animEffect transition="in" filter="slide(fromBottom)">
                                      <p:cBhvr>
                                        <p:cTn id="12" dur="500"/>
                                        <p:tgtEl>
                                          <p:spTgt spid="7168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71682">
                                            <p:txEl>
                                              <p:pRg st="1" end="1"/>
                                            </p:txEl>
                                          </p:spTgt>
                                        </p:tgtEl>
                                        <p:attrNameLst>
                                          <p:attrName>style.visibility</p:attrName>
                                        </p:attrNameLst>
                                      </p:cBhvr>
                                      <p:to>
                                        <p:strVal val="visible"/>
                                      </p:to>
                                    </p:set>
                                    <p:animEffect transition="in" filter="slide(fromBottom)">
                                      <p:cBhvr>
                                        <p:cTn id="17" dur="500"/>
                                        <p:tgtEl>
                                          <p:spTgt spid="7168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71682">
                                            <p:txEl>
                                              <p:pRg st="2" end="2"/>
                                            </p:txEl>
                                          </p:spTgt>
                                        </p:tgtEl>
                                        <p:attrNameLst>
                                          <p:attrName>style.visibility</p:attrName>
                                        </p:attrNameLst>
                                      </p:cBhvr>
                                      <p:to>
                                        <p:strVal val="visible"/>
                                      </p:to>
                                    </p:set>
                                    <p:animEffect transition="in" filter="slide(fromBottom)">
                                      <p:cBhvr>
                                        <p:cTn id="22" dur="500"/>
                                        <p:tgtEl>
                                          <p:spTgt spid="7168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71682">
                                            <p:txEl>
                                              <p:pRg st="3" end="3"/>
                                            </p:txEl>
                                          </p:spTgt>
                                        </p:tgtEl>
                                        <p:attrNameLst>
                                          <p:attrName>style.visibility</p:attrName>
                                        </p:attrNameLst>
                                      </p:cBhvr>
                                      <p:to>
                                        <p:strVal val="visible"/>
                                      </p:to>
                                    </p:set>
                                    <p:animEffect transition="in" filter="slide(fromBottom)">
                                      <p:cBhvr>
                                        <p:cTn id="27" dur="500"/>
                                        <p:tgtEl>
                                          <p:spTgt spid="7168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p:bldP spid="7168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2"/>
          <p:cNvSpPr>
            <a:spLocks noGrp="1"/>
          </p:cNvSpPr>
          <p:nvPr>
            <p:ph type="title"/>
          </p:nvPr>
        </p:nvSpPr>
        <p:spPr/>
        <p:txBody>
          <a:bodyPr anchor="ctr"/>
          <a:lstStyle/>
          <a:p>
            <a:pPr algn="ctr"/>
            <a:r>
              <a:rPr lang="en-US" b="1" dirty="0"/>
              <a:t>During-interview Strategies</a:t>
            </a:r>
          </a:p>
        </p:txBody>
      </p:sp>
      <p:sp>
        <p:nvSpPr>
          <p:cNvPr id="22530" name="Content Placeholder 1"/>
          <p:cNvSpPr>
            <a:spLocks noGrp="1"/>
          </p:cNvSpPr>
          <p:nvPr>
            <p:ph sz="quarter" idx="1"/>
          </p:nvPr>
        </p:nvSpPr>
        <p:spPr>
          <a:xfrm>
            <a:off x="838200" y="1295400"/>
            <a:ext cx="7467600" cy="4876800"/>
          </a:xfrm>
        </p:spPr>
        <p:txBody>
          <a:bodyPr anchor="ctr"/>
          <a:lstStyle/>
          <a:p>
            <a:pPr marL="342900" indent="-342900">
              <a:buFont typeface="+mj-lt"/>
              <a:buAutoNum type="arabicPeriod"/>
            </a:pPr>
            <a:r>
              <a:rPr lang="en-US" dirty="0">
                <a:cs typeface="Times New Roman" pitchFamily="18" charset="0"/>
              </a:rPr>
              <a:t>Arrive early. </a:t>
            </a:r>
          </a:p>
          <a:p>
            <a:pPr marL="342900" indent="-342900">
              <a:buFont typeface="+mj-lt"/>
              <a:buAutoNum type="arabicPeriod"/>
            </a:pPr>
            <a:r>
              <a:rPr lang="en-US" dirty="0">
                <a:cs typeface="Times New Roman" pitchFamily="18" charset="0"/>
              </a:rPr>
              <a:t>Make your introduction and greeting memorable. </a:t>
            </a:r>
          </a:p>
          <a:p>
            <a:pPr marL="342900" indent="-342900">
              <a:buFont typeface="+mj-lt"/>
              <a:buAutoNum type="arabicPeriod"/>
            </a:pPr>
            <a:r>
              <a:rPr lang="en-US" dirty="0">
                <a:cs typeface="Times New Roman" pitchFamily="18" charset="0"/>
              </a:rPr>
              <a:t>Use body language that shows you are enthusiastic, confident, and comfortable with the interview process. </a:t>
            </a:r>
          </a:p>
          <a:p>
            <a:pPr marL="342900" indent="-342900" fontAlgn="auto">
              <a:spcAft>
                <a:spcPts val="0"/>
              </a:spcAft>
              <a:buFont typeface="+mj-lt"/>
              <a:buAutoNum type="arabicPeriod"/>
              <a:defRPr/>
            </a:pPr>
            <a:r>
              <a:rPr lang="en-US" dirty="0">
                <a:cs typeface="Times New Roman" pitchFamily="18" charset="0"/>
              </a:rPr>
              <a:t>Be yourself, but only up to a point. </a:t>
            </a:r>
          </a:p>
          <a:p>
            <a:pPr marL="342900" indent="-342900" fontAlgn="auto">
              <a:spcAft>
                <a:spcPts val="0"/>
              </a:spcAft>
              <a:buFont typeface="+mj-lt"/>
              <a:buAutoNum type="arabicPeriod"/>
              <a:defRPr/>
            </a:pPr>
            <a:r>
              <a:rPr lang="en-US" dirty="0">
                <a:cs typeface="Times New Roman" pitchFamily="18" charset="0"/>
              </a:rPr>
              <a:t>Answer questions clearly and confidently.</a:t>
            </a:r>
          </a:p>
          <a:p>
            <a:pPr marL="342900" indent="-342900" fontAlgn="auto">
              <a:spcAft>
                <a:spcPts val="0"/>
              </a:spcAft>
              <a:buFont typeface="+mj-lt"/>
              <a:buAutoNum type="arabicPeriod"/>
              <a:defRPr/>
            </a:pPr>
            <a:r>
              <a:rPr lang="en-US" dirty="0">
                <a:cs typeface="Times New Roman" pitchFamily="18" charset="0"/>
              </a:rPr>
              <a:t>After answering their questions, ask some yourself. </a:t>
            </a:r>
          </a:p>
          <a:p>
            <a:pPr marL="342900" indent="-342900" fontAlgn="auto">
              <a:spcAft>
                <a:spcPts val="0"/>
              </a:spcAft>
              <a:buFont typeface="+mj-lt"/>
              <a:buAutoNum type="arabicPeriod"/>
              <a:defRPr/>
            </a:pPr>
            <a:r>
              <a:rPr lang="en-US" dirty="0">
                <a:cs typeface="Times New Roman" pitchFamily="18" charset="0"/>
              </a:rPr>
              <a:t>Exit gracefully. </a:t>
            </a:r>
            <a:endParaRPr lang="en-US"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slide(fromBottom)">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slide(fromBottom)">
                                      <p:cBhvr>
                                        <p:cTn id="12" dur="500"/>
                                        <p:tgtEl>
                                          <p:spTgt spid="225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2530">
                                            <p:txEl>
                                              <p:pRg st="2" end="2"/>
                                            </p:txEl>
                                          </p:spTgt>
                                        </p:tgtEl>
                                        <p:attrNameLst>
                                          <p:attrName>style.visibility</p:attrName>
                                        </p:attrNameLst>
                                      </p:cBhvr>
                                      <p:to>
                                        <p:strVal val="visible"/>
                                      </p:to>
                                    </p:set>
                                    <p:animEffect transition="in" filter="slide(fromBottom)">
                                      <p:cBhvr>
                                        <p:cTn id="17" dur="500"/>
                                        <p:tgtEl>
                                          <p:spTgt spid="225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22530">
                                            <p:txEl>
                                              <p:pRg st="3" end="3"/>
                                            </p:txEl>
                                          </p:spTgt>
                                        </p:tgtEl>
                                        <p:attrNameLst>
                                          <p:attrName>style.visibility</p:attrName>
                                        </p:attrNameLst>
                                      </p:cBhvr>
                                      <p:to>
                                        <p:strVal val="visible"/>
                                      </p:to>
                                    </p:set>
                                    <p:animEffect transition="in" filter="slide(fromBottom)">
                                      <p:cBhvr>
                                        <p:cTn id="22" dur="500"/>
                                        <p:tgtEl>
                                          <p:spTgt spid="2253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22530">
                                            <p:txEl>
                                              <p:pRg st="4" end="4"/>
                                            </p:txEl>
                                          </p:spTgt>
                                        </p:tgtEl>
                                        <p:attrNameLst>
                                          <p:attrName>style.visibility</p:attrName>
                                        </p:attrNameLst>
                                      </p:cBhvr>
                                      <p:to>
                                        <p:strVal val="visible"/>
                                      </p:to>
                                    </p:set>
                                    <p:animEffect transition="in" filter="slide(fromBottom)">
                                      <p:cBhvr>
                                        <p:cTn id="27" dur="500"/>
                                        <p:tgtEl>
                                          <p:spTgt spid="2253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22530">
                                            <p:txEl>
                                              <p:pRg st="5" end="5"/>
                                            </p:txEl>
                                          </p:spTgt>
                                        </p:tgtEl>
                                        <p:attrNameLst>
                                          <p:attrName>style.visibility</p:attrName>
                                        </p:attrNameLst>
                                      </p:cBhvr>
                                      <p:to>
                                        <p:strVal val="visible"/>
                                      </p:to>
                                    </p:set>
                                    <p:animEffect transition="in" filter="slide(fromBottom)">
                                      <p:cBhvr>
                                        <p:cTn id="32" dur="500"/>
                                        <p:tgtEl>
                                          <p:spTgt spid="2253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22530">
                                            <p:txEl>
                                              <p:pRg st="6" end="6"/>
                                            </p:txEl>
                                          </p:spTgt>
                                        </p:tgtEl>
                                        <p:attrNameLst>
                                          <p:attrName>style.visibility</p:attrName>
                                        </p:attrNameLst>
                                      </p:cBhvr>
                                      <p:to>
                                        <p:strVal val="visible"/>
                                      </p:to>
                                    </p:set>
                                    <p:animEffect transition="in" filter="slide(fromBottom)">
                                      <p:cBhvr>
                                        <p:cTn id="37" dur="500"/>
                                        <p:tgtEl>
                                          <p:spTgt spid="2253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686800" cy="990600"/>
          </a:xfrm>
        </p:spPr>
        <p:txBody>
          <a:bodyPr anchor="ctr"/>
          <a:lstStyle/>
          <a:p>
            <a:pPr algn="ctr"/>
            <a:r>
              <a:rPr lang="en-US" sz="2800" b="1" i="1" dirty="0"/>
              <a:t>Tips on how to stay calm in the interview</a:t>
            </a:r>
            <a:endParaRPr lang="en-US" sz="2800" dirty="0"/>
          </a:p>
        </p:txBody>
      </p:sp>
      <p:sp>
        <p:nvSpPr>
          <p:cNvPr id="3" name="Content Placeholder 2"/>
          <p:cNvSpPr>
            <a:spLocks noGrp="1"/>
          </p:cNvSpPr>
          <p:nvPr>
            <p:ph sz="quarter" idx="1"/>
          </p:nvPr>
        </p:nvSpPr>
        <p:spPr>
          <a:xfrm>
            <a:off x="457200" y="1219200"/>
            <a:ext cx="8382000" cy="4876800"/>
          </a:xfrm>
        </p:spPr>
        <p:txBody>
          <a:bodyPr anchor="ctr"/>
          <a:lstStyle/>
          <a:p>
            <a:pPr marL="514350" indent="-514350"/>
            <a:r>
              <a:rPr lang="en-US" sz="2400" dirty="0"/>
              <a:t>Don’t be negative.</a:t>
            </a:r>
          </a:p>
          <a:p>
            <a:pPr marL="514350" indent="-514350"/>
            <a:r>
              <a:rPr lang="en-US" sz="2400" dirty="0"/>
              <a:t>The more realistic you are, the better.</a:t>
            </a:r>
          </a:p>
          <a:p>
            <a:pPr marL="514350" indent="-514350"/>
            <a:r>
              <a:rPr lang="en-US" sz="2400" dirty="0"/>
              <a:t>Don’t provoke aggression or create conflict.</a:t>
            </a:r>
          </a:p>
          <a:p>
            <a:pPr marL="514350" indent="-514350"/>
            <a:r>
              <a:rPr lang="en-US" sz="2400" dirty="0"/>
              <a:t>Behave normally.</a:t>
            </a:r>
          </a:p>
          <a:p>
            <a:pPr marL="514350" indent="-514350"/>
            <a:r>
              <a:rPr lang="en-US" sz="2400" dirty="0"/>
              <a:t>Maintain eye contact, and keep your answers short in order not to get interrupted.</a:t>
            </a:r>
          </a:p>
          <a:p>
            <a:pPr marL="514350" indent="-514350"/>
            <a:r>
              <a:rPr lang="en-US" sz="2400" dirty="0"/>
              <a:t>If the interviewer stresses you purposely, slow down and try to </a:t>
            </a:r>
            <a:r>
              <a:rPr lang="en-US" sz="2400" b="1" i="1" dirty="0"/>
              <a:t>speak as calmly and softly</a:t>
            </a:r>
            <a:r>
              <a:rPr lang="en-US" sz="2400" dirty="0"/>
              <a:t> as you can.</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slide(fromBottom)">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slide(fromBottom)">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slide(fromBottom)">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slide(fromBottom)">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slide(fromBottom)">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slide(fromBottom)">
                                      <p:cBhvr>
                                        <p:cTn id="3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219200"/>
            <a:ext cx="8229600" cy="4937760"/>
          </a:xfrm>
        </p:spPr>
        <p:txBody>
          <a:bodyPr anchor="ctr"/>
          <a:lstStyle/>
          <a:p>
            <a:pPr marL="514350" indent="-514350"/>
            <a:r>
              <a:rPr lang="en-US" sz="2000" dirty="0"/>
              <a:t>Remember it’s not the interviewer’s question that is important but </a:t>
            </a:r>
            <a:r>
              <a:rPr lang="en-US" sz="2000" b="1" i="1" dirty="0"/>
              <a:t>the quality of your answers</a:t>
            </a:r>
            <a:r>
              <a:rPr lang="en-US" sz="2000" dirty="0"/>
              <a:t>. Therefore take a breath and</a:t>
            </a:r>
            <a:r>
              <a:rPr lang="en-US" sz="2000" u="sng" dirty="0"/>
              <a:t> </a:t>
            </a:r>
            <a:r>
              <a:rPr lang="en-US" sz="2000" b="1" i="1" u="sng" dirty="0"/>
              <a:t>focus</a:t>
            </a:r>
            <a:r>
              <a:rPr lang="en-US" sz="2000" u="sng" dirty="0"/>
              <a:t> </a:t>
            </a:r>
            <a:r>
              <a:rPr lang="en-US" sz="2000" dirty="0"/>
              <a:t>on the question.</a:t>
            </a:r>
          </a:p>
          <a:p>
            <a:pPr marL="514350" indent="-514350"/>
            <a:r>
              <a:rPr lang="en-US" sz="2000" dirty="0"/>
              <a:t>Sometimes </a:t>
            </a:r>
            <a:r>
              <a:rPr lang="en-US" sz="2000" b="1" i="1" dirty="0"/>
              <a:t>questions don’t have a correct or wrong answer.</a:t>
            </a:r>
            <a:r>
              <a:rPr lang="en-US" sz="2000" dirty="0"/>
              <a:t> Remember that the interviewer might </a:t>
            </a:r>
            <a:r>
              <a:rPr lang="en-US" sz="2000" b="1" i="1" dirty="0"/>
              <a:t>just want to see how you are dealing</a:t>
            </a:r>
            <a:r>
              <a:rPr lang="en-US" sz="2000" dirty="0"/>
              <a:t> with the situation.</a:t>
            </a:r>
          </a:p>
          <a:p>
            <a:pPr marL="514350" indent="-514350"/>
            <a:r>
              <a:rPr lang="en-US" sz="2000" b="1" i="1" dirty="0"/>
              <a:t>Don’t look too serious or irritated</a:t>
            </a:r>
            <a:r>
              <a:rPr lang="en-US" sz="2000" dirty="0"/>
              <a:t> at the interviewer. If the interviewer tries to provoke you, you </a:t>
            </a:r>
            <a:r>
              <a:rPr lang="en-US" sz="2000" b="1" i="1" u="sng" dirty="0"/>
              <a:t>should not erase </a:t>
            </a:r>
            <a:r>
              <a:rPr lang="en-US" sz="2000" dirty="0"/>
              <a:t>the smile on your face.</a:t>
            </a:r>
          </a:p>
          <a:p>
            <a:pPr marL="514350" indent="-514350"/>
            <a:r>
              <a:rPr lang="en-US" sz="2000" dirty="0"/>
              <a:t>If the interviewer asks you the same question over and over again, then please be clear on what you say and stick to that. </a:t>
            </a:r>
            <a:r>
              <a:rPr lang="en-US" sz="2000" b="1" i="1" dirty="0"/>
              <a:t>Don’t change your answers.</a:t>
            </a:r>
            <a:endParaRPr lang="en-US" sz="2000" dirty="0"/>
          </a:p>
        </p:txBody>
      </p:sp>
      <p:sp>
        <p:nvSpPr>
          <p:cNvPr id="4" name="Title 1"/>
          <p:cNvSpPr>
            <a:spLocks noGrp="1"/>
          </p:cNvSpPr>
          <p:nvPr>
            <p:ph type="title"/>
          </p:nvPr>
        </p:nvSpPr>
        <p:spPr/>
        <p:txBody>
          <a:bodyPr anchor="ctr"/>
          <a:lstStyle/>
          <a:p>
            <a:pPr algn="ctr"/>
            <a:r>
              <a:rPr lang="en-US" sz="2800" b="1" i="1" dirty="0"/>
              <a:t>Tips on how to stay calm in the interview</a:t>
            </a:r>
            <a:endParaRPr lang="en-US" sz="28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slide(fromBottom)">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slide(fromBottom)">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slide(fromBottom)">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slide(fromBottom)">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itle 2"/>
          <p:cNvSpPr>
            <a:spLocks noGrp="1"/>
          </p:cNvSpPr>
          <p:nvPr>
            <p:ph type="title"/>
          </p:nvPr>
        </p:nvSpPr>
        <p:spPr/>
        <p:txBody>
          <a:bodyPr anchor="ctr"/>
          <a:lstStyle/>
          <a:p>
            <a:pPr algn="ctr"/>
            <a:r>
              <a:rPr lang="en-US"/>
              <a:t>Post-interview Strategies</a:t>
            </a:r>
          </a:p>
        </p:txBody>
      </p:sp>
      <p:sp>
        <p:nvSpPr>
          <p:cNvPr id="25602" name="Content Placeholder 1"/>
          <p:cNvSpPr>
            <a:spLocks noGrp="1"/>
          </p:cNvSpPr>
          <p:nvPr>
            <p:ph sz="quarter" idx="1"/>
          </p:nvPr>
        </p:nvSpPr>
        <p:spPr>
          <a:xfrm>
            <a:off x="2133600" y="1600200"/>
            <a:ext cx="5257800" cy="4572000"/>
          </a:xfrm>
        </p:spPr>
        <p:txBody>
          <a:bodyPr anchor="ctr">
            <a:normAutofit/>
          </a:bodyPr>
          <a:lstStyle/>
          <a:p>
            <a:pPr marL="457200" indent="-457200" fontAlgn="auto">
              <a:spcAft>
                <a:spcPts val="0"/>
              </a:spcAft>
              <a:buFont typeface="+mj-lt"/>
              <a:buAutoNum type="arabicPeriod"/>
              <a:defRPr/>
            </a:pPr>
            <a:r>
              <a:rPr lang="en-US" sz="2400" dirty="0">
                <a:cs typeface="Times New Roman" pitchFamily="18" charset="0"/>
              </a:rPr>
              <a:t>Send a Thank-You e-mail.</a:t>
            </a:r>
            <a:br>
              <a:rPr lang="en-US" sz="2400" dirty="0">
                <a:cs typeface="Times New Roman" pitchFamily="18" charset="0"/>
              </a:rPr>
            </a:br>
            <a:endParaRPr lang="en-US" sz="2400" dirty="0">
              <a:cs typeface="Times New Roman" pitchFamily="18" charset="0"/>
            </a:endParaRPr>
          </a:p>
          <a:p>
            <a:pPr marL="457200" indent="-457200" fontAlgn="auto">
              <a:spcAft>
                <a:spcPts val="0"/>
              </a:spcAft>
              <a:buFont typeface="+mj-lt"/>
              <a:buAutoNum type="arabicPeriod"/>
              <a:defRPr/>
            </a:pPr>
            <a:r>
              <a:rPr lang="en-US" sz="2400" dirty="0">
                <a:cs typeface="Times New Roman" pitchFamily="18" charset="0"/>
              </a:rPr>
              <a:t>Don't be shy about making follow-up calls.</a:t>
            </a:r>
            <a:br>
              <a:rPr lang="en-US" sz="2400" dirty="0">
                <a:cs typeface="Times New Roman" pitchFamily="18" charset="0"/>
              </a:rPr>
            </a:br>
            <a:endParaRPr lang="en-US" sz="2400" dirty="0">
              <a:cs typeface="Times New Roman" pitchFamily="18" charset="0"/>
            </a:endParaRPr>
          </a:p>
          <a:p>
            <a:pPr marL="457200" indent="-457200" fontAlgn="auto">
              <a:spcAft>
                <a:spcPts val="0"/>
              </a:spcAft>
              <a:buFont typeface="+mj-lt"/>
              <a:buAutoNum type="arabicPeriod"/>
              <a:defRPr/>
            </a:pPr>
            <a:r>
              <a:rPr lang="en-US" sz="2400" i="1" dirty="0">
                <a:cs typeface="Times New Roman" pitchFamily="18" charset="0"/>
              </a:rPr>
              <a:t>DONT</a:t>
            </a:r>
            <a:r>
              <a:rPr lang="en-US" sz="2400" dirty="0">
                <a:cs typeface="Times New Roman" pitchFamily="18" charset="0"/>
              </a:rPr>
              <a:t> worry, </a:t>
            </a:r>
            <a:r>
              <a:rPr lang="en-US" sz="2400" i="1" dirty="0">
                <a:cs typeface="Times New Roman" pitchFamily="18" charset="0"/>
              </a:rPr>
              <a:t>BE</a:t>
            </a:r>
            <a:r>
              <a:rPr lang="en-US" sz="2400" dirty="0">
                <a:cs typeface="Times New Roman" pitchFamily="18" charset="0"/>
              </a:rPr>
              <a:t> happy.</a:t>
            </a:r>
            <a:br>
              <a:rPr lang="en-US" sz="2400" dirty="0">
                <a:cs typeface="Times New Roman" pitchFamily="18" charset="0"/>
              </a:rPr>
            </a:br>
            <a:endParaRPr lang="en-US" sz="2400" dirty="0">
              <a:cs typeface="Times New Roman" pitchFamily="18" charset="0"/>
            </a:endParaRPr>
          </a:p>
          <a:p>
            <a:pPr marL="457200" indent="-457200" fontAlgn="auto">
              <a:spcAft>
                <a:spcPts val="0"/>
              </a:spcAft>
              <a:buFont typeface="+mj-lt"/>
              <a:buAutoNum type="arabicPeriod"/>
              <a:defRPr/>
            </a:pPr>
            <a:r>
              <a:rPr lang="en-US" sz="2400" dirty="0">
                <a:cs typeface="Times New Roman" pitchFamily="18" charset="0"/>
              </a:rPr>
              <a:t>If you got the job, go celebrate! If you didn't, don't despair, just start again. </a:t>
            </a:r>
          </a:p>
          <a:p>
            <a:pPr marL="274320" indent="-274320" fontAlgn="auto">
              <a:spcAft>
                <a:spcPts val="0"/>
              </a:spcAft>
              <a:buFont typeface="Wingdings 3"/>
              <a:buChar char=""/>
              <a:defRPr/>
            </a:pPr>
            <a:endParaRPr lang="en-US"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5603"/>
                                        </p:tgtEl>
                                        <p:attrNameLst>
                                          <p:attrName>style.visibility</p:attrName>
                                        </p:attrNameLst>
                                      </p:cBhvr>
                                      <p:to>
                                        <p:strVal val="visible"/>
                                      </p:to>
                                    </p:set>
                                    <p:animEffect transition="in" filter="wipe(down)">
                                      <p:cBhvr>
                                        <p:cTn id="7" dur="500"/>
                                        <p:tgtEl>
                                          <p:spTgt spid="2560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5602">
                                            <p:txEl>
                                              <p:pRg st="0" end="0"/>
                                            </p:txEl>
                                          </p:spTgt>
                                        </p:tgtEl>
                                        <p:attrNameLst>
                                          <p:attrName>style.visibility</p:attrName>
                                        </p:attrNameLst>
                                      </p:cBhvr>
                                      <p:to>
                                        <p:strVal val="visible"/>
                                      </p:to>
                                    </p:set>
                                    <p:animEffect transition="in" filter="slide(fromBottom)">
                                      <p:cBhvr>
                                        <p:cTn id="12" dur="500"/>
                                        <p:tgtEl>
                                          <p:spTgt spid="2560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5602">
                                            <p:txEl>
                                              <p:pRg st="1" end="1"/>
                                            </p:txEl>
                                          </p:spTgt>
                                        </p:tgtEl>
                                        <p:attrNameLst>
                                          <p:attrName>style.visibility</p:attrName>
                                        </p:attrNameLst>
                                      </p:cBhvr>
                                      <p:to>
                                        <p:strVal val="visible"/>
                                      </p:to>
                                    </p:set>
                                    <p:animEffect transition="in" filter="slide(fromBottom)">
                                      <p:cBhvr>
                                        <p:cTn id="17" dur="500"/>
                                        <p:tgtEl>
                                          <p:spTgt spid="2560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25602">
                                            <p:txEl>
                                              <p:pRg st="2" end="2"/>
                                            </p:txEl>
                                          </p:spTgt>
                                        </p:tgtEl>
                                        <p:attrNameLst>
                                          <p:attrName>style.visibility</p:attrName>
                                        </p:attrNameLst>
                                      </p:cBhvr>
                                      <p:to>
                                        <p:strVal val="visible"/>
                                      </p:to>
                                    </p:set>
                                    <p:animEffect transition="in" filter="slide(fromBottom)">
                                      <p:cBhvr>
                                        <p:cTn id="22" dur="500"/>
                                        <p:tgtEl>
                                          <p:spTgt spid="2560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25602">
                                            <p:txEl>
                                              <p:pRg st="3" end="3"/>
                                            </p:txEl>
                                          </p:spTgt>
                                        </p:tgtEl>
                                        <p:attrNameLst>
                                          <p:attrName>style.visibility</p:attrName>
                                        </p:attrNameLst>
                                      </p:cBhvr>
                                      <p:to>
                                        <p:strVal val="visible"/>
                                      </p:to>
                                    </p:set>
                                    <p:animEffect transition="in" filter="slide(fromBottom)">
                                      <p:cBhvr>
                                        <p:cTn id="27" dur="500"/>
                                        <p:tgtEl>
                                          <p:spTgt spid="2560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p:bldP spid="25602"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QuizShow">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85000"/>
              </a:schemeClr>
            </a:gs>
            <a:gs pos="100000">
              <a:schemeClr val="phClr">
                <a:shade val="80000"/>
                <a:satMod val="150000"/>
              </a:schemeClr>
            </a:gs>
          </a:gsLst>
          <a:path path="circle">
            <a:fillToRect l="50000" t="50000" r="100000" b="100000"/>
          </a:path>
        </a:gradFill>
        <a:blipFill>
          <a:blip xmlns:r="http://schemas.openxmlformats.org/officeDocument/2006/relationships" r:embed="rId1">
            <a:duotone>
              <a:schemeClr val="phClr">
                <a:shade val="80000"/>
              </a:schemeClr>
              <a:schemeClr val="phClr">
                <a:tint val="70000"/>
              </a:schemeClr>
            </a:duotone>
          </a:blip>
          <a:tile tx="0" ty="0" sx="100000" sy="100000" flip="none" algn="t"/>
        </a:blipFill>
      </a:bgFillStyleLst>
    </a:fmtScheme>
  </a:themeElements>
  <a:objectDefaults/>
  <a:extraClrSchemeLst/>
</a:theme>
</file>

<file path=ppt/theme/theme2.xml><?xml version="1.0" encoding="utf-8"?>
<a:theme xmlns:a="http://schemas.openxmlformats.org/drawingml/2006/main" name="Origin">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Grek" typeface=""/>
        <a:font script="Cyrl" typeface=""/>
        <a:font script="Jpan" typeface="ＭＳ Ｐゴシック"/>
        <a:font script="Hang" typeface="맑은 고딕"/>
        <a:font script="Hans" typeface="宋体"/>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Grek" typeface=""/>
        <a:font script="Cyrl"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hade val="98000"/>
                <a:satMod val="300000"/>
              </a:schemeClr>
            </a:gs>
            <a:gs pos="25000">
              <a:schemeClr val="phClr">
                <a:tint val="37000"/>
                <a:shade val="98000"/>
                <a:satMod val="300000"/>
              </a:schemeClr>
            </a:gs>
            <a:gs pos="100000">
              <a:schemeClr val="phClr">
                <a:tint val="5000"/>
                <a:satMod val="350000"/>
              </a:schemeClr>
            </a:gs>
          </a:gsLst>
          <a:lin ang="16200000" scaled="1"/>
        </a:gradFill>
        <a:gradFill rotWithShape="1">
          <a:gsLst>
            <a:gs pos="0">
              <a:schemeClr val="phClr">
                <a:shade val="75000"/>
                <a:satMod val="160000"/>
              </a:schemeClr>
            </a:gs>
            <a:gs pos="62000">
              <a:schemeClr val="phClr">
                <a:satMod val="125000"/>
              </a:schemeClr>
            </a:gs>
            <a:gs pos="100000">
              <a:schemeClr val="phClr">
                <a:tint val="80000"/>
                <a:satMod val="140000"/>
              </a:schemeClr>
            </a:gs>
          </a:gsLst>
          <a:lin ang="16200000" scaled="0"/>
        </a:gradFill>
      </a:fillStyleLst>
      <a:lnStyleLst>
        <a:ln w="6350" cap="rnd" cmpd="sng" algn="ctr">
          <a:solidFill>
            <a:schemeClr val="ph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63500" dist="25400" dir="5400000">
              <a:srgbClr val="000000">
                <a:alpha val="43137"/>
              </a:srgbClr>
            </a:outerShdw>
          </a:effectLst>
        </a:effectStyle>
        <a:effectStyle>
          <a:effectLst>
            <a:outerShdw blurRad="50800" dist="38100" dir="5400000">
              <a:srgbClr val="000000">
                <a:alpha val="45882"/>
              </a:srgbClr>
            </a:outerShdw>
          </a:effectLst>
          <a:scene3d>
            <a:camera prst="orthographicFront" fov="0">
              <a:rot lat="0" lon="0" rev="0"/>
            </a:camera>
            <a:lightRig rig="contrasting" dir="t">
              <a:rot lat="0" lon="0" rev="16500000"/>
            </a:lightRig>
          </a:scene3d>
          <a:sp3d contourW="12700" prstMaterial="powder">
            <a:bevelT h="50800"/>
            <a:contourClr>
              <a:schemeClr val="phClr"/>
            </a:contourClr>
          </a:sp3d>
        </a:effectStyle>
        <a:effectStyle>
          <a:effectLst>
            <a:reflection blurRad="12700" stA="25000" endPos="55000" dist="5000" dir="5400000" sy="-100000"/>
          </a:effectLst>
          <a:scene3d>
            <a:camera prst="orthographicFront" fov="0">
              <a:rot lat="0" lon="0" rev="0"/>
            </a:camera>
            <a:lightRig rig="threePt" dir="t">
              <a:rot lat="0" lon="0" rev="0"/>
            </a:lightRig>
          </a:scene3d>
          <a:sp3d>
            <a:bevelT w="139700" h="38100"/>
            <a:contourClr>
              <a:schemeClr val="phClr"/>
            </a:contourClr>
          </a:sp3d>
        </a:effectStyle>
      </a:effectStyleLst>
      <a:bgFillStyleLst>
        <a:solidFill>
          <a:schemeClr val="phClr"/>
        </a:solidFill>
        <a:gradFill rotWithShape="1">
          <a:gsLst>
            <a:gs pos="0">
              <a:schemeClr val="phClr">
                <a:shade val="75000"/>
                <a:satMod val="250000"/>
              </a:schemeClr>
            </a:gs>
            <a:gs pos="20000">
              <a:schemeClr val="phClr">
                <a:shade val="85000"/>
                <a:satMod val="175000"/>
              </a:schemeClr>
            </a:gs>
            <a:gs pos="100000">
              <a:schemeClr val="phClr">
                <a:tint val="70000"/>
                <a:satMod val="175000"/>
              </a:schemeClr>
            </a:gs>
          </a:gsLst>
          <a:lin ang="16200000" scaled="1"/>
        </a:gradFill>
        <a:gradFill rotWithShape="1">
          <a:gsLst>
            <a:gs pos="0">
              <a:schemeClr val="phClr">
                <a:shade val="50000"/>
                <a:satMod val="145000"/>
              </a:schemeClr>
            </a:gs>
            <a:gs pos="30000">
              <a:schemeClr val="phClr">
                <a:shade val="65000"/>
                <a:satMod val="155000"/>
              </a:schemeClr>
            </a:gs>
            <a:gs pos="100000">
              <a:schemeClr val="phClr">
                <a:tint val="60000"/>
                <a:satMod val="170000"/>
              </a:schemeClr>
            </a:gs>
          </a:gsLst>
          <a:lin ang="16200000" scaled="1"/>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Grek" typeface=""/>
        <a:font script="Cyrl" typeface=""/>
        <a:font script="Jpan" typeface="ＭＳ Ｐゴシック"/>
        <a:font script="Hang" typeface="맑은 고딕"/>
        <a:font script="Hans" typeface="宋体"/>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Grek" typeface=""/>
        <a:font script="Cyrl"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hade val="98000"/>
                <a:satMod val="300000"/>
              </a:schemeClr>
            </a:gs>
            <a:gs pos="25000">
              <a:schemeClr val="phClr">
                <a:tint val="37000"/>
                <a:shade val="98000"/>
                <a:satMod val="300000"/>
              </a:schemeClr>
            </a:gs>
            <a:gs pos="100000">
              <a:schemeClr val="phClr">
                <a:tint val="5000"/>
                <a:satMod val="350000"/>
              </a:schemeClr>
            </a:gs>
          </a:gsLst>
          <a:lin ang="16200000" scaled="1"/>
        </a:gradFill>
        <a:gradFill rotWithShape="1">
          <a:gsLst>
            <a:gs pos="0">
              <a:schemeClr val="phClr">
                <a:shade val="75000"/>
                <a:satMod val="160000"/>
              </a:schemeClr>
            </a:gs>
            <a:gs pos="62000">
              <a:schemeClr val="phClr">
                <a:satMod val="125000"/>
              </a:schemeClr>
            </a:gs>
            <a:gs pos="100000">
              <a:schemeClr val="phClr">
                <a:tint val="80000"/>
                <a:satMod val="140000"/>
              </a:schemeClr>
            </a:gs>
          </a:gsLst>
          <a:lin ang="16200000" scaled="0"/>
        </a:gradFill>
      </a:fillStyleLst>
      <a:lnStyleLst>
        <a:ln w="6350" cap="rnd" cmpd="sng" algn="ctr">
          <a:solidFill>
            <a:schemeClr val="ph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63500" dist="25400" dir="5400000">
              <a:srgbClr val="000000">
                <a:alpha val="43137"/>
              </a:srgbClr>
            </a:outerShdw>
          </a:effectLst>
        </a:effectStyle>
        <a:effectStyle>
          <a:effectLst>
            <a:outerShdw blurRad="50800" dist="38100" dir="5400000">
              <a:srgbClr val="000000">
                <a:alpha val="45882"/>
              </a:srgbClr>
            </a:outerShdw>
          </a:effectLst>
          <a:scene3d>
            <a:camera prst="orthographicFront" fov="0">
              <a:rot lat="0" lon="0" rev="0"/>
            </a:camera>
            <a:lightRig rig="contrasting" dir="t">
              <a:rot lat="0" lon="0" rev="16500000"/>
            </a:lightRig>
          </a:scene3d>
          <a:sp3d contourW="12700" prstMaterial="powder">
            <a:bevelT h="50800"/>
            <a:contourClr>
              <a:schemeClr val="phClr"/>
            </a:contourClr>
          </a:sp3d>
        </a:effectStyle>
        <a:effectStyle>
          <a:effectLst>
            <a:reflection blurRad="12700" stA="25000" endPos="55000" dist="5000" dir="5400000" sy="-100000"/>
          </a:effectLst>
          <a:scene3d>
            <a:camera prst="orthographicFront" fov="0">
              <a:rot lat="0" lon="0" rev="0"/>
            </a:camera>
            <a:lightRig rig="threePt" dir="t">
              <a:rot lat="0" lon="0" rev="0"/>
            </a:lightRig>
          </a:scene3d>
          <a:sp3d>
            <a:bevelT w="139700" h="38100"/>
            <a:contourClr>
              <a:schemeClr val="phClr"/>
            </a:contourClr>
          </a:sp3d>
        </a:effectStyle>
      </a:effectStyleLst>
      <a:bgFillStyleLst>
        <a:solidFill>
          <a:schemeClr val="phClr"/>
        </a:solidFill>
        <a:gradFill rotWithShape="1">
          <a:gsLst>
            <a:gs pos="0">
              <a:schemeClr val="phClr">
                <a:shade val="75000"/>
                <a:satMod val="250000"/>
              </a:schemeClr>
            </a:gs>
            <a:gs pos="20000">
              <a:schemeClr val="phClr">
                <a:shade val="85000"/>
                <a:satMod val="175000"/>
              </a:schemeClr>
            </a:gs>
            <a:gs pos="100000">
              <a:schemeClr val="phClr">
                <a:tint val="70000"/>
                <a:satMod val="175000"/>
              </a:schemeClr>
            </a:gs>
          </a:gsLst>
          <a:lin ang="16200000" scaled="1"/>
        </a:gradFill>
        <a:gradFill rotWithShape="1">
          <a:gsLst>
            <a:gs pos="0">
              <a:schemeClr val="phClr">
                <a:shade val="50000"/>
                <a:satMod val="145000"/>
              </a:schemeClr>
            </a:gs>
            <a:gs pos="30000">
              <a:schemeClr val="phClr">
                <a:shade val="65000"/>
                <a:satMod val="155000"/>
              </a:schemeClr>
            </a:gs>
            <a:gs pos="100000">
              <a:schemeClr val="phClr">
                <a:tint val="60000"/>
                <a:satMod val="170000"/>
              </a:schemeClr>
            </a:gs>
          </a:gsLst>
          <a:lin ang="16200000" scaled="1"/>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QuizShow</Template>
  <TotalTime>0</TotalTime>
  <Words>1297</Words>
  <Application>Microsoft Office PowerPoint</Application>
  <PresentationFormat>On-screen Show (4:3)</PresentationFormat>
  <Paragraphs>94</Paragraphs>
  <Slides>20</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20</vt:i4>
      </vt:variant>
    </vt:vector>
  </HeadingPairs>
  <TitlesOfParts>
    <vt:vector size="31" baseType="lpstr">
      <vt:lpstr>Arial</vt:lpstr>
      <vt:lpstr>Bookman Old Style</vt:lpstr>
      <vt:lpstr>Calibri</vt:lpstr>
      <vt:lpstr>Gill Sans MT</vt:lpstr>
      <vt:lpstr>Times New Roman</vt:lpstr>
      <vt:lpstr>Trebuchet MS</vt:lpstr>
      <vt:lpstr>Wingdings</vt:lpstr>
      <vt:lpstr>Wingdings 2</vt:lpstr>
      <vt:lpstr>Wingdings 3</vt:lpstr>
      <vt:lpstr>QuizShow</vt:lpstr>
      <vt:lpstr>Origin</vt:lpstr>
      <vt:lpstr>Interviewing Skills</vt:lpstr>
      <vt:lpstr>What is an interview</vt:lpstr>
      <vt:lpstr>What is an interviewer seeking</vt:lpstr>
      <vt:lpstr>What is a candidate seeking</vt:lpstr>
      <vt:lpstr>Types of Interviews</vt:lpstr>
      <vt:lpstr>Why stress interviews?</vt:lpstr>
      <vt:lpstr>PowerPoint Presentation</vt:lpstr>
      <vt:lpstr>PowerPoint Presentation</vt:lpstr>
      <vt:lpstr>PowerPoint Presentation</vt:lpstr>
      <vt:lpstr>Why group interviews?</vt:lpstr>
      <vt:lpstr>PowerPoint Presentation</vt:lpstr>
      <vt:lpstr>Phone Interview</vt:lpstr>
      <vt:lpstr>Why the phone interview?</vt:lpstr>
      <vt:lpstr>Job interviews strategies</vt:lpstr>
      <vt:lpstr>Pre-interview Strategies</vt:lpstr>
      <vt:lpstr>During-interview Strategies</vt:lpstr>
      <vt:lpstr>During-interview Strategies</vt:lpstr>
      <vt:lpstr>Tips on how to stay calm in the interview</vt:lpstr>
      <vt:lpstr>Tips on how to stay calm in the interview</vt:lpstr>
      <vt:lpstr>Post-interview Strategies</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2009-02-22T07:20:49Z</dcterms:created>
  <dcterms:modified xsi:type="dcterms:W3CDTF">2026-02-03T11:55:44Z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LCID">
    <vt:i4>1033</vt:i4>
  </property>
  <property fmtid="{D5CDD505-2E9C-101B-9397-08002B2CF9AE}" pid="3" name="_Version">
    <vt:lpwstr>12.0.4518</vt:lpwstr>
  </property>
</Properties>
</file>